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71" r:id="rId1"/>
  </p:sldMasterIdLst>
  <p:notesMasterIdLst>
    <p:notesMasterId r:id="rId26"/>
  </p:notesMasterIdLst>
  <p:sldIdLst>
    <p:sldId id="307" r:id="rId2"/>
    <p:sldId id="298" r:id="rId3"/>
    <p:sldId id="415" r:id="rId4"/>
    <p:sldId id="429" r:id="rId5"/>
    <p:sldId id="262" r:id="rId6"/>
    <p:sldId id="423" r:id="rId7"/>
    <p:sldId id="409" r:id="rId8"/>
    <p:sldId id="301" r:id="rId9"/>
    <p:sldId id="427" r:id="rId10"/>
    <p:sldId id="428" r:id="rId11"/>
    <p:sldId id="302" r:id="rId12"/>
    <p:sldId id="410" r:id="rId13"/>
    <p:sldId id="411" r:id="rId14"/>
    <p:sldId id="416" r:id="rId15"/>
    <p:sldId id="422" r:id="rId16"/>
    <p:sldId id="420" r:id="rId17"/>
    <p:sldId id="419" r:id="rId18"/>
    <p:sldId id="413" r:id="rId19"/>
    <p:sldId id="414" r:id="rId20"/>
    <p:sldId id="417" r:id="rId21"/>
    <p:sldId id="425" r:id="rId22"/>
    <p:sldId id="424" r:id="rId23"/>
    <p:sldId id="426" r:id="rId24"/>
    <p:sldId id="408" r:id="rId25"/>
  </p:sldIdLst>
  <p:sldSz cx="9144000" cy="5143500" type="screen16x9"/>
  <p:notesSz cx="6858000" cy="9144000"/>
  <p:embeddedFontLst>
    <p:embeddedFont>
      <p:font typeface="Albert Sans" panose="020B0604020202020204" charset="0"/>
      <p:regular r:id="rId27"/>
      <p:bold r:id="rId28"/>
      <p:italic r:id="rId29"/>
      <p:boldItalic r:id="rId30"/>
    </p:embeddedFont>
    <p:embeddedFont>
      <p:font typeface="Algerian" panose="04020705040A02060702" pitchFamily="82" charset="0"/>
      <p:regular r:id="rId31"/>
    </p:embeddedFont>
    <p:embeddedFont>
      <p:font typeface="Open Sans" panose="020B0606030504020204" pitchFamily="34" charset="0"/>
      <p:regular r:id="rId32"/>
      <p:bold r:id="rId33"/>
      <p:italic r:id="rId34"/>
      <p:boldItalic r:id="rId35"/>
    </p:embeddedFont>
    <p:embeddedFont>
      <p:font typeface="Open Sans Extrabold" panose="020B0906030804020204" pitchFamily="34" charset="0"/>
      <p:bold r:id="rId36"/>
      <p:boldItalic r:id="rId37"/>
    </p:embeddedFont>
    <p:embeddedFont>
      <p:font typeface="Proxima Nova" panose="020B0604020202020204"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D04FB55-DAC8-432F-A801-B02027ADFF24}">
  <a:tblStyle styleId="{1D04FB55-DAC8-432F-A801-B02027ADFF2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34CB9BB-E771-4A3B-A03C-5DE7A6234B67}"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font" Target="fonts/font15.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elli NIANG" userId="796e3d38f49373e7" providerId="LiveId" clId="{CBE848FC-AE12-4E63-AD20-624078CA5A40}"/>
    <pc:docChg chg="undo redo custSel addSld delSld modSld sldOrd">
      <pc:chgData name="Yelli NIANG" userId="796e3d38f49373e7" providerId="LiveId" clId="{CBE848FC-AE12-4E63-AD20-624078CA5A40}" dt="2026-05-19T21:56:43.659" v="4915" actId="20577"/>
      <pc:docMkLst>
        <pc:docMk/>
      </pc:docMkLst>
      <pc:sldChg chg="modSp mod">
        <pc:chgData name="Yelli NIANG" userId="796e3d38f49373e7" providerId="LiveId" clId="{CBE848FC-AE12-4E63-AD20-624078CA5A40}" dt="2026-05-10T13:27:13.850" v="4727" actId="1076"/>
        <pc:sldMkLst>
          <pc:docMk/>
          <pc:sldMk cId="2712346950" sldId="298"/>
        </pc:sldMkLst>
        <pc:spChg chg="mod">
          <ac:chgData name="Yelli NIANG" userId="796e3d38f49373e7" providerId="LiveId" clId="{CBE848FC-AE12-4E63-AD20-624078CA5A40}" dt="2026-05-10T13:27:13.850" v="4727" actId="1076"/>
          <ac:spMkLst>
            <pc:docMk/>
            <pc:sldMk cId="2712346950" sldId="298"/>
            <ac:spMk id="3" creationId="{A3F8CD2F-8BCD-9D23-92C8-4B30CDE6725B}"/>
          </ac:spMkLst>
        </pc:spChg>
      </pc:sldChg>
      <pc:sldChg chg="modSp mod">
        <pc:chgData name="Yelli NIANG" userId="796e3d38f49373e7" providerId="LiveId" clId="{CBE848FC-AE12-4E63-AD20-624078CA5A40}" dt="2026-05-10T14:59:36.367" v="4804" actId="20577"/>
        <pc:sldMkLst>
          <pc:docMk/>
          <pc:sldMk cId="3107718156" sldId="301"/>
        </pc:sldMkLst>
        <pc:spChg chg="mod">
          <ac:chgData name="Yelli NIANG" userId="796e3d38f49373e7" providerId="LiveId" clId="{CBE848FC-AE12-4E63-AD20-624078CA5A40}" dt="2026-05-10T14:59:36.367" v="4804" actId="20577"/>
          <ac:spMkLst>
            <pc:docMk/>
            <pc:sldMk cId="3107718156" sldId="301"/>
            <ac:spMk id="17" creationId="{BE72B260-C94E-B722-5E28-56DCD928F530}"/>
          </ac:spMkLst>
        </pc:spChg>
      </pc:sldChg>
      <pc:sldChg chg="modSp mod">
        <pc:chgData name="Yelli NIANG" userId="796e3d38f49373e7" providerId="LiveId" clId="{CBE848FC-AE12-4E63-AD20-624078CA5A40}" dt="2026-05-13T15:48:19.308" v="4893" actId="20577"/>
        <pc:sldMkLst>
          <pc:docMk/>
          <pc:sldMk cId="4058263434" sldId="302"/>
        </pc:sldMkLst>
        <pc:spChg chg="mod">
          <ac:chgData name="Yelli NIANG" userId="796e3d38f49373e7" providerId="LiveId" clId="{CBE848FC-AE12-4E63-AD20-624078CA5A40}" dt="2026-05-13T15:48:19.308" v="4893" actId="20577"/>
          <ac:spMkLst>
            <pc:docMk/>
            <pc:sldMk cId="4058263434" sldId="302"/>
            <ac:spMk id="2" creationId="{E0F5A1E7-552C-C4D7-315C-035E43E8B76F}"/>
          </ac:spMkLst>
        </pc:spChg>
      </pc:sldChg>
      <pc:sldChg chg="addSp delSp modSp mod modNotesTx">
        <pc:chgData name="Yelli NIANG" userId="796e3d38f49373e7" providerId="LiveId" clId="{CBE848FC-AE12-4E63-AD20-624078CA5A40}" dt="2026-05-13T15:28:07.644" v="4809" actId="20577"/>
        <pc:sldMkLst>
          <pc:docMk/>
          <pc:sldMk cId="4006519315" sldId="307"/>
        </pc:sldMkLst>
        <pc:spChg chg="mod">
          <ac:chgData name="Yelli NIANG" userId="796e3d38f49373e7" providerId="LiveId" clId="{CBE848FC-AE12-4E63-AD20-624078CA5A40}" dt="2026-05-09T19:20:01.661" v="4229" actId="1076"/>
          <ac:spMkLst>
            <pc:docMk/>
            <pc:sldMk cId="4006519315" sldId="307"/>
            <ac:spMk id="165" creationId="{00000000-0000-0000-0000-000000000000}"/>
          </ac:spMkLst>
        </pc:spChg>
        <pc:spChg chg="mod">
          <ac:chgData name="Yelli NIANG" userId="796e3d38f49373e7" providerId="LiveId" clId="{CBE848FC-AE12-4E63-AD20-624078CA5A40}" dt="2026-05-09T19:19:38.721" v="4225" actId="1076"/>
          <ac:spMkLst>
            <pc:docMk/>
            <pc:sldMk cId="4006519315" sldId="307"/>
            <ac:spMk id="166" creationId="{00000000-0000-0000-0000-000000000000}"/>
          </ac:spMkLst>
        </pc:spChg>
        <pc:spChg chg="mod">
          <ac:chgData name="Yelli NIANG" userId="796e3d38f49373e7" providerId="LiveId" clId="{CBE848FC-AE12-4E63-AD20-624078CA5A40}" dt="2026-05-09T19:24:42.601" v="4257" actId="108"/>
          <ac:spMkLst>
            <pc:docMk/>
            <pc:sldMk cId="4006519315" sldId="307"/>
            <ac:spMk id="167" creationId="{00000000-0000-0000-0000-000000000000}"/>
          </ac:spMkLst>
        </pc:spChg>
        <pc:grpChg chg="mod">
          <ac:chgData name="Yelli NIANG" userId="796e3d38f49373e7" providerId="LiveId" clId="{CBE848FC-AE12-4E63-AD20-624078CA5A40}" dt="2026-05-09T19:21:03.222" v="4238" actId="1076"/>
          <ac:grpSpMkLst>
            <pc:docMk/>
            <pc:sldMk cId="4006519315" sldId="307"/>
            <ac:grpSpMk id="164" creationId="{00000000-0000-0000-0000-000000000000}"/>
          </ac:grpSpMkLst>
        </pc:grpChg>
        <pc:picChg chg="mod">
          <ac:chgData name="Yelli NIANG" userId="796e3d38f49373e7" providerId="LiveId" clId="{CBE848FC-AE12-4E63-AD20-624078CA5A40}" dt="2026-05-09T19:22:02.151" v="4244" actId="1076"/>
          <ac:picMkLst>
            <pc:docMk/>
            <pc:sldMk cId="4006519315" sldId="307"/>
            <ac:picMk id="2" creationId="{78D12FF1-012D-D6C6-7C39-BC46FB6E0B57}"/>
          </ac:picMkLst>
        </pc:picChg>
      </pc:sldChg>
      <pc:sldChg chg="modSp mod">
        <pc:chgData name="Yelli NIANG" userId="796e3d38f49373e7" providerId="LiveId" clId="{CBE848FC-AE12-4E63-AD20-624078CA5A40}" dt="2026-05-13T15:51:43.131" v="4914" actId="14100"/>
        <pc:sldMkLst>
          <pc:docMk/>
          <pc:sldMk cId="1953739917" sldId="408"/>
        </pc:sldMkLst>
        <pc:spChg chg="mod">
          <ac:chgData name="Yelli NIANG" userId="796e3d38f49373e7" providerId="LiveId" clId="{CBE848FC-AE12-4E63-AD20-624078CA5A40}" dt="2026-05-09T18:50:13.571" v="4049" actId="20577"/>
          <ac:spMkLst>
            <pc:docMk/>
            <pc:sldMk cId="1953739917" sldId="408"/>
            <ac:spMk id="62" creationId="{76A6D6C4-31DD-AAA8-A1DA-C89567D00369}"/>
          </ac:spMkLst>
        </pc:spChg>
        <pc:graphicFrameChg chg="modGraphic">
          <ac:chgData name="Yelli NIANG" userId="796e3d38f49373e7" providerId="LiveId" clId="{CBE848FC-AE12-4E63-AD20-624078CA5A40}" dt="2026-05-13T15:51:43.131" v="4914" actId="14100"/>
          <ac:graphicFrameMkLst>
            <pc:docMk/>
            <pc:sldMk cId="1953739917" sldId="408"/>
            <ac:graphicFrameMk id="7" creationId="{31A44959-B34C-4918-2007-F59A333FAC1D}"/>
          </ac:graphicFrameMkLst>
        </pc:graphicFrameChg>
      </pc:sldChg>
      <pc:sldChg chg="modSp mod">
        <pc:chgData name="Yelli NIANG" userId="796e3d38f49373e7" providerId="LiveId" clId="{CBE848FC-AE12-4E63-AD20-624078CA5A40}" dt="2026-05-09T19:10:20.298" v="4199" actId="207"/>
        <pc:sldMkLst>
          <pc:docMk/>
          <pc:sldMk cId="1293074749" sldId="410"/>
        </pc:sldMkLst>
        <pc:graphicFrameChg chg="mod modGraphic">
          <ac:chgData name="Yelli NIANG" userId="796e3d38f49373e7" providerId="LiveId" clId="{CBE848FC-AE12-4E63-AD20-624078CA5A40}" dt="2026-05-09T19:10:20.298" v="4199" actId="207"/>
          <ac:graphicFrameMkLst>
            <pc:docMk/>
            <pc:sldMk cId="1293074749" sldId="410"/>
            <ac:graphicFrameMk id="16" creationId="{3274F4E2-A454-33FD-7186-0C881A7535E4}"/>
          </ac:graphicFrameMkLst>
        </pc:graphicFrameChg>
      </pc:sldChg>
      <pc:sldChg chg="modSp mod">
        <pc:chgData name="Yelli NIANG" userId="796e3d38f49373e7" providerId="LiveId" clId="{CBE848FC-AE12-4E63-AD20-624078CA5A40}" dt="2026-05-09T18:43:58.777" v="3979" actId="1076"/>
        <pc:sldMkLst>
          <pc:docMk/>
          <pc:sldMk cId="765065498" sldId="411"/>
        </pc:sldMkLst>
        <pc:spChg chg="mod">
          <ac:chgData name="Yelli NIANG" userId="796e3d38f49373e7" providerId="LiveId" clId="{CBE848FC-AE12-4E63-AD20-624078CA5A40}" dt="2026-05-09T18:43:53.996" v="3978" actId="1076"/>
          <ac:spMkLst>
            <pc:docMk/>
            <pc:sldMk cId="765065498" sldId="411"/>
            <ac:spMk id="3" creationId="{5BC69C1B-673A-96EF-BD1B-8D8A6EA03337}"/>
          </ac:spMkLst>
        </pc:spChg>
        <pc:spChg chg="mod">
          <ac:chgData name="Yelli NIANG" userId="796e3d38f49373e7" providerId="LiveId" clId="{CBE848FC-AE12-4E63-AD20-624078CA5A40}" dt="2026-05-09T18:43:58.777" v="3979" actId="1076"/>
          <ac:spMkLst>
            <pc:docMk/>
            <pc:sldMk cId="765065498" sldId="411"/>
            <ac:spMk id="267" creationId="{244E0C4D-D6EC-BED4-097E-80E612FC8B59}"/>
          </ac:spMkLst>
        </pc:spChg>
      </pc:sldChg>
      <pc:sldChg chg="modSp mod">
        <pc:chgData name="Yelli NIANG" userId="796e3d38f49373e7" providerId="LiveId" clId="{CBE848FC-AE12-4E63-AD20-624078CA5A40}" dt="2026-05-13T15:20:57.316" v="4806" actId="1076"/>
        <pc:sldMkLst>
          <pc:docMk/>
          <pc:sldMk cId="2028220612" sldId="413"/>
        </pc:sldMkLst>
        <pc:spChg chg="mod">
          <ac:chgData name="Yelli NIANG" userId="796e3d38f49373e7" providerId="LiveId" clId="{CBE848FC-AE12-4E63-AD20-624078CA5A40}" dt="2026-05-13T15:20:57.316" v="4806" actId="1076"/>
          <ac:spMkLst>
            <pc:docMk/>
            <pc:sldMk cId="2028220612" sldId="413"/>
            <ac:spMk id="16" creationId="{B493D89E-28EF-D63A-CE8F-F6CFD3D95226}"/>
          </ac:spMkLst>
        </pc:spChg>
      </pc:sldChg>
      <pc:sldChg chg="addSp delSp modSp mod">
        <pc:chgData name="Yelli NIANG" userId="796e3d38f49373e7" providerId="LiveId" clId="{CBE848FC-AE12-4E63-AD20-624078CA5A40}" dt="2026-05-19T21:56:43.659" v="4915" actId="20577"/>
        <pc:sldMkLst>
          <pc:docMk/>
          <pc:sldMk cId="700154138" sldId="415"/>
        </pc:sldMkLst>
        <pc:spChg chg="mod">
          <ac:chgData name="Yelli NIANG" userId="796e3d38f49373e7" providerId="LiveId" clId="{CBE848FC-AE12-4E63-AD20-624078CA5A40}" dt="2026-05-19T21:56:43.659" v="4915" actId="20577"/>
          <ac:spMkLst>
            <pc:docMk/>
            <pc:sldMk cId="700154138" sldId="415"/>
            <ac:spMk id="3" creationId="{50978D8B-1553-40D9-AA81-103BAE130917}"/>
          </ac:spMkLst>
        </pc:spChg>
        <pc:spChg chg="mod">
          <ac:chgData name="Yelli NIANG" userId="796e3d38f49373e7" providerId="LiveId" clId="{CBE848FC-AE12-4E63-AD20-624078CA5A40}" dt="2026-05-13T15:36:16.815" v="4815" actId="1076"/>
          <ac:spMkLst>
            <pc:docMk/>
            <pc:sldMk cId="700154138" sldId="415"/>
            <ac:spMk id="63" creationId="{65E29155-6BB3-D7BF-B0DD-63C9918E6ECA}"/>
          </ac:spMkLst>
        </pc:spChg>
        <pc:spChg chg="mod">
          <ac:chgData name="Yelli NIANG" userId="796e3d38f49373e7" providerId="LiveId" clId="{CBE848FC-AE12-4E63-AD20-624078CA5A40}" dt="2026-05-13T15:36:16.815" v="4815" actId="1076"/>
          <ac:spMkLst>
            <pc:docMk/>
            <pc:sldMk cId="700154138" sldId="415"/>
            <ac:spMk id="193" creationId="{836BFB88-0538-EE07-A0A3-4628B6DF6E41}"/>
          </ac:spMkLst>
        </pc:spChg>
        <pc:spChg chg="mod">
          <ac:chgData name="Yelli NIANG" userId="796e3d38f49373e7" providerId="LiveId" clId="{CBE848FC-AE12-4E63-AD20-624078CA5A40}" dt="2026-05-13T15:38:57.290" v="4827" actId="14100"/>
          <ac:spMkLst>
            <pc:docMk/>
            <pc:sldMk cId="700154138" sldId="415"/>
            <ac:spMk id="194" creationId="{523D7B97-399B-E247-3955-DE0E24761A97}"/>
          </ac:spMkLst>
        </pc:spChg>
        <pc:spChg chg="mod">
          <ac:chgData name="Yelli NIANG" userId="796e3d38f49373e7" providerId="LiveId" clId="{CBE848FC-AE12-4E63-AD20-624078CA5A40}" dt="2026-05-13T15:36:16.815" v="4815" actId="1076"/>
          <ac:spMkLst>
            <pc:docMk/>
            <pc:sldMk cId="700154138" sldId="415"/>
            <ac:spMk id="195" creationId="{A8D7B341-DABC-2ACC-7BA2-EFED7C62FA64}"/>
          </ac:spMkLst>
        </pc:spChg>
        <pc:spChg chg="mod">
          <ac:chgData name="Yelli NIANG" userId="796e3d38f49373e7" providerId="LiveId" clId="{CBE848FC-AE12-4E63-AD20-624078CA5A40}" dt="2026-05-13T15:36:16.815" v="4815" actId="1076"/>
          <ac:spMkLst>
            <pc:docMk/>
            <pc:sldMk cId="700154138" sldId="415"/>
            <ac:spMk id="196" creationId="{C4D858B7-ADF3-FC0D-EE23-0BC97437ABB6}"/>
          </ac:spMkLst>
        </pc:spChg>
        <pc:spChg chg="mod">
          <ac:chgData name="Yelli NIANG" userId="796e3d38f49373e7" providerId="LiveId" clId="{CBE848FC-AE12-4E63-AD20-624078CA5A40}" dt="2026-05-13T15:36:16.815" v="4815" actId="1076"/>
          <ac:spMkLst>
            <pc:docMk/>
            <pc:sldMk cId="700154138" sldId="415"/>
            <ac:spMk id="197" creationId="{0DC2757E-3B5D-6714-8B07-05FEE3F62917}"/>
          </ac:spMkLst>
        </pc:spChg>
        <pc:spChg chg="mod">
          <ac:chgData name="Yelli NIANG" userId="796e3d38f49373e7" providerId="LiveId" clId="{CBE848FC-AE12-4E63-AD20-624078CA5A40}" dt="2026-05-13T15:36:16.815" v="4815" actId="1076"/>
          <ac:spMkLst>
            <pc:docMk/>
            <pc:sldMk cId="700154138" sldId="415"/>
            <ac:spMk id="198" creationId="{9F199BE3-C91E-92EA-E0F7-22496A90798F}"/>
          </ac:spMkLst>
        </pc:spChg>
        <pc:spChg chg="mod">
          <ac:chgData name="Yelli NIANG" userId="796e3d38f49373e7" providerId="LiveId" clId="{CBE848FC-AE12-4E63-AD20-624078CA5A40}" dt="2026-05-13T15:36:16.815" v="4815" actId="1076"/>
          <ac:spMkLst>
            <pc:docMk/>
            <pc:sldMk cId="700154138" sldId="415"/>
            <ac:spMk id="199" creationId="{158A3C2E-D159-A53A-050F-103F4F47DEF8}"/>
          </ac:spMkLst>
        </pc:spChg>
        <pc:spChg chg="mod">
          <ac:chgData name="Yelli NIANG" userId="796e3d38f49373e7" providerId="LiveId" clId="{CBE848FC-AE12-4E63-AD20-624078CA5A40}" dt="2026-05-13T15:36:16.815" v="4815" actId="1076"/>
          <ac:spMkLst>
            <pc:docMk/>
            <pc:sldMk cId="700154138" sldId="415"/>
            <ac:spMk id="200" creationId="{B0D69E74-4B3D-E0B4-5BCE-933C1C793F1E}"/>
          </ac:spMkLst>
        </pc:spChg>
        <pc:spChg chg="mod">
          <ac:chgData name="Yelli NIANG" userId="796e3d38f49373e7" providerId="LiveId" clId="{CBE848FC-AE12-4E63-AD20-624078CA5A40}" dt="2026-05-13T15:36:16.815" v="4815" actId="1076"/>
          <ac:spMkLst>
            <pc:docMk/>
            <pc:sldMk cId="700154138" sldId="415"/>
            <ac:spMk id="201" creationId="{BF77A75E-72BF-3053-7338-F5FA36E90CFD}"/>
          </ac:spMkLst>
        </pc:spChg>
      </pc:sldChg>
      <pc:sldChg chg="modSp mod">
        <pc:chgData name="Yelli NIANG" userId="796e3d38f49373e7" providerId="LiveId" clId="{CBE848FC-AE12-4E63-AD20-624078CA5A40}" dt="2026-05-09T18:45:29.176" v="4023" actId="20577"/>
        <pc:sldMkLst>
          <pc:docMk/>
          <pc:sldMk cId="2542263051" sldId="416"/>
        </pc:sldMkLst>
        <pc:spChg chg="mod">
          <ac:chgData name="Yelli NIANG" userId="796e3d38f49373e7" providerId="LiveId" clId="{CBE848FC-AE12-4E63-AD20-624078CA5A40}" dt="2026-05-09T18:45:29.176" v="4023" actId="20577"/>
          <ac:spMkLst>
            <pc:docMk/>
            <pc:sldMk cId="2542263051" sldId="416"/>
            <ac:spMk id="21" creationId="{90E638DB-54B9-5C9E-C2C6-6821795A44BC}"/>
          </ac:spMkLst>
        </pc:spChg>
        <pc:spChg chg="mod">
          <ac:chgData name="Yelli NIANG" userId="796e3d38f49373e7" providerId="LiveId" clId="{CBE848FC-AE12-4E63-AD20-624078CA5A40}" dt="2026-05-09T18:44:46.585" v="3985" actId="14100"/>
          <ac:spMkLst>
            <pc:docMk/>
            <pc:sldMk cId="2542263051" sldId="416"/>
            <ac:spMk id="22" creationId="{EFA02286-7B51-077F-C305-736812C37EAF}"/>
          </ac:spMkLst>
        </pc:spChg>
      </pc:sldChg>
      <pc:sldChg chg="addSp modSp mod">
        <pc:chgData name="Yelli NIANG" userId="796e3d38f49373e7" providerId="LiveId" clId="{CBE848FC-AE12-4E63-AD20-624078CA5A40}" dt="2026-05-09T18:52:13.873" v="4056" actId="14100"/>
        <pc:sldMkLst>
          <pc:docMk/>
          <pc:sldMk cId="2495420159" sldId="417"/>
        </pc:sldMkLst>
        <pc:spChg chg="mod">
          <ac:chgData name="Yelli NIANG" userId="796e3d38f49373e7" providerId="LiveId" clId="{CBE848FC-AE12-4E63-AD20-624078CA5A40}" dt="2026-05-09T18:52:13.873" v="4056" actId="14100"/>
          <ac:spMkLst>
            <pc:docMk/>
            <pc:sldMk cId="2495420159" sldId="417"/>
            <ac:spMk id="22" creationId="{3164AA40-CE54-E87B-9B9E-8AA24C4BB314}"/>
          </ac:spMkLst>
        </pc:spChg>
        <pc:spChg chg="mod">
          <ac:chgData name="Yelli NIANG" userId="796e3d38f49373e7" providerId="LiveId" clId="{CBE848FC-AE12-4E63-AD20-624078CA5A40}" dt="2026-05-09T18:52:05.937" v="4055" actId="1076"/>
          <ac:spMkLst>
            <pc:docMk/>
            <pc:sldMk cId="2495420159" sldId="417"/>
            <ac:spMk id="23" creationId="{A62044EE-C17C-520F-B62A-48205E8CCF72}"/>
          </ac:spMkLst>
        </pc:spChg>
        <pc:spChg chg="mod">
          <ac:chgData name="Yelli NIANG" userId="796e3d38f49373e7" providerId="LiveId" clId="{CBE848FC-AE12-4E63-AD20-624078CA5A40}" dt="2026-05-09T18:52:05.937" v="4055" actId="1076"/>
          <ac:spMkLst>
            <pc:docMk/>
            <pc:sldMk cId="2495420159" sldId="417"/>
            <ac:spMk id="24" creationId="{22D2C71B-FE86-ED8E-25BC-D7D73EB256CB}"/>
          </ac:spMkLst>
        </pc:spChg>
        <pc:grpChg chg="add mod">
          <ac:chgData name="Yelli NIANG" userId="796e3d38f49373e7" providerId="LiveId" clId="{CBE848FC-AE12-4E63-AD20-624078CA5A40}" dt="2026-05-09T18:52:05.937" v="4055" actId="1076"/>
          <ac:grpSpMkLst>
            <pc:docMk/>
            <pc:sldMk cId="2495420159" sldId="417"/>
            <ac:grpSpMk id="4" creationId="{B8D6A4A6-AFE6-90A1-5ADF-8066F36E3FA0}"/>
          </ac:grpSpMkLst>
        </pc:grpChg>
        <pc:grpChg chg="add mod">
          <ac:chgData name="Yelli NIANG" userId="796e3d38f49373e7" providerId="LiveId" clId="{CBE848FC-AE12-4E63-AD20-624078CA5A40}" dt="2026-05-09T18:52:05.937" v="4055" actId="1076"/>
          <ac:grpSpMkLst>
            <pc:docMk/>
            <pc:sldMk cId="2495420159" sldId="417"/>
            <ac:grpSpMk id="5" creationId="{3171CAC6-768E-1684-199D-A49BB4382E38}"/>
          </ac:grpSpMkLst>
        </pc:grpChg>
        <pc:grpChg chg="add mod">
          <ac:chgData name="Yelli NIANG" userId="796e3d38f49373e7" providerId="LiveId" clId="{CBE848FC-AE12-4E63-AD20-624078CA5A40}" dt="2026-05-09T18:52:05.937" v="4055" actId="1076"/>
          <ac:grpSpMkLst>
            <pc:docMk/>
            <pc:sldMk cId="2495420159" sldId="417"/>
            <ac:grpSpMk id="6" creationId="{E6B1137F-A728-C879-0514-15C21CBEAB62}"/>
          </ac:grpSpMkLst>
        </pc:grpChg>
        <pc:picChg chg="mod">
          <ac:chgData name="Yelli NIANG" userId="796e3d38f49373e7" providerId="LiveId" clId="{CBE848FC-AE12-4E63-AD20-624078CA5A40}" dt="2026-05-09T18:52:05.937" v="4055" actId="1076"/>
          <ac:picMkLst>
            <pc:docMk/>
            <pc:sldMk cId="2495420159" sldId="417"/>
            <ac:picMk id="16" creationId="{894FA62C-5C63-2B36-E2A4-AD36CE722819}"/>
          </ac:picMkLst>
        </pc:picChg>
        <pc:picChg chg="mod">
          <ac:chgData name="Yelli NIANG" userId="796e3d38f49373e7" providerId="LiveId" clId="{CBE848FC-AE12-4E63-AD20-624078CA5A40}" dt="2026-05-09T18:52:05.937" v="4055" actId="1076"/>
          <ac:picMkLst>
            <pc:docMk/>
            <pc:sldMk cId="2495420159" sldId="417"/>
            <ac:picMk id="2050" creationId="{8A259F2E-C564-40D6-CB92-A2A766AAADDA}"/>
          </ac:picMkLst>
        </pc:picChg>
        <pc:picChg chg="mod">
          <ac:chgData name="Yelli NIANG" userId="796e3d38f49373e7" providerId="LiveId" clId="{CBE848FC-AE12-4E63-AD20-624078CA5A40}" dt="2026-05-09T18:52:05.937" v="4055" actId="1076"/>
          <ac:picMkLst>
            <pc:docMk/>
            <pc:sldMk cId="2495420159" sldId="417"/>
            <ac:picMk id="2058" creationId="{11819E84-D887-9070-2F70-8CD6C077B296}"/>
          </ac:picMkLst>
        </pc:picChg>
        <pc:picChg chg="mod">
          <ac:chgData name="Yelli NIANG" userId="796e3d38f49373e7" providerId="LiveId" clId="{CBE848FC-AE12-4E63-AD20-624078CA5A40}" dt="2026-05-09T18:52:05.937" v="4055" actId="1076"/>
          <ac:picMkLst>
            <pc:docMk/>
            <pc:sldMk cId="2495420159" sldId="417"/>
            <ac:picMk id="2060" creationId="{D5BFC897-CFE8-F078-EF31-FD0F64F2C815}"/>
          </ac:picMkLst>
        </pc:picChg>
      </pc:sldChg>
      <pc:sldChg chg="modSp mod ord">
        <pc:chgData name="Yelli NIANG" userId="796e3d38f49373e7" providerId="LiveId" clId="{CBE848FC-AE12-4E63-AD20-624078CA5A40}" dt="2026-05-13T15:50:45.689" v="4906" actId="1076"/>
        <pc:sldMkLst>
          <pc:docMk/>
          <pc:sldMk cId="2295165477" sldId="419"/>
        </pc:sldMkLst>
        <pc:spChg chg="mod">
          <ac:chgData name="Yelli NIANG" userId="796e3d38f49373e7" providerId="LiveId" clId="{CBE848FC-AE12-4E63-AD20-624078CA5A40}" dt="2026-05-13T15:50:45.689" v="4906" actId="1076"/>
          <ac:spMkLst>
            <pc:docMk/>
            <pc:sldMk cId="2295165477" sldId="419"/>
            <ac:spMk id="2" creationId="{2CFAF2A0-4BD4-8C8A-0B8E-07C179D24123}"/>
          </ac:spMkLst>
        </pc:spChg>
        <pc:spChg chg="mod">
          <ac:chgData name="Yelli NIANG" userId="796e3d38f49373e7" providerId="LiveId" clId="{CBE848FC-AE12-4E63-AD20-624078CA5A40}" dt="2026-05-13T15:50:00.889" v="4898" actId="14100"/>
          <ac:spMkLst>
            <pc:docMk/>
            <pc:sldMk cId="2295165477" sldId="419"/>
            <ac:spMk id="16" creationId="{AB0E3BBB-1EE7-B569-B692-13F5C4EA3BE3}"/>
          </ac:spMkLst>
        </pc:spChg>
        <pc:spChg chg="mod">
          <ac:chgData name="Yelli NIANG" userId="796e3d38f49373e7" providerId="LiveId" clId="{CBE848FC-AE12-4E63-AD20-624078CA5A40}" dt="2026-05-13T15:50:35.350" v="4905" actId="14100"/>
          <ac:spMkLst>
            <pc:docMk/>
            <pc:sldMk cId="2295165477" sldId="419"/>
            <ac:spMk id="19" creationId="{D72F1257-700B-E260-9355-20DF36F4AACA}"/>
          </ac:spMkLst>
        </pc:spChg>
      </pc:sldChg>
      <pc:sldChg chg="mod modShow">
        <pc:chgData name="Yelli NIANG" userId="796e3d38f49373e7" providerId="LiveId" clId="{CBE848FC-AE12-4E63-AD20-624078CA5A40}" dt="2026-05-09T18:49:15.932" v="4025" actId="729"/>
        <pc:sldMkLst>
          <pc:docMk/>
          <pc:sldMk cId="419466284" sldId="424"/>
        </pc:sldMkLst>
      </pc:sldChg>
      <pc:sldChg chg="mod modShow">
        <pc:chgData name="Yelli NIANG" userId="796e3d38f49373e7" providerId="LiveId" clId="{CBE848FC-AE12-4E63-AD20-624078CA5A40}" dt="2026-05-09T18:49:06.425" v="4024" actId="729"/>
        <pc:sldMkLst>
          <pc:docMk/>
          <pc:sldMk cId="96502873" sldId="425"/>
        </pc:sldMkLst>
      </pc:sldChg>
      <pc:sldChg chg="mod modShow">
        <pc:chgData name="Yelli NIANG" userId="796e3d38f49373e7" providerId="LiveId" clId="{CBE848FC-AE12-4E63-AD20-624078CA5A40}" dt="2026-05-09T18:49:22.589" v="4026" actId="729"/>
        <pc:sldMkLst>
          <pc:docMk/>
          <pc:sldMk cId="4294028153" sldId="426"/>
        </pc:sldMkLst>
      </pc:sldChg>
      <pc:sldChg chg="mod modShow">
        <pc:chgData name="Yelli NIANG" userId="796e3d38f49373e7" providerId="LiveId" clId="{CBE848FC-AE12-4E63-AD20-624078CA5A40}" dt="2026-05-13T15:47:08.994" v="4882" actId="729"/>
        <pc:sldMkLst>
          <pc:docMk/>
          <pc:sldMk cId="2137729626" sldId="427"/>
        </pc:sldMkLst>
      </pc:sldChg>
      <pc:sldChg chg="addSp delSp modSp mod">
        <pc:chgData name="Yelli NIANG" userId="796e3d38f49373e7" providerId="LiveId" clId="{CBE848FC-AE12-4E63-AD20-624078CA5A40}" dt="2026-05-09T19:14:39.486" v="4215" actId="20577"/>
        <pc:sldMkLst>
          <pc:docMk/>
          <pc:sldMk cId="3597585684" sldId="428"/>
        </pc:sldMkLst>
        <pc:spChg chg="mod">
          <ac:chgData name="Yelli NIANG" userId="796e3d38f49373e7" providerId="LiveId" clId="{CBE848FC-AE12-4E63-AD20-624078CA5A40}" dt="2026-05-09T19:14:39.486" v="4215" actId="20577"/>
          <ac:spMkLst>
            <pc:docMk/>
            <pc:sldMk cId="3597585684" sldId="428"/>
            <ac:spMk id="267" creationId="{92372C32-ECA1-0B2B-602E-9EAA58F832D3}"/>
          </ac:spMkLst>
        </pc:spChg>
        <pc:picChg chg="add mod">
          <ac:chgData name="Yelli NIANG" userId="796e3d38f49373e7" providerId="LiveId" clId="{CBE848FC-AE12-4E63-AD20-624078CA5A40}" dt="2026-05-09T19:14:33.809" v="4211" actId="1076"/>
          <ac:picMkLst>
            <pc:docMk/>
            <pc:sldMk cId="3597585684" sldId="428"/>
            <ac:picMk id="5" creationId="{107DEC39-C792-54A6-9A94-3B1898D47341}"/>
          </ac:picMkLst>
        </pc:picChg>
      </pc:sldChg>
      <pc:sldChg chg="addSp delSp modSp add mod">
        <pc:chgData name="Yelli NIANG" userId="796e3d38f49373e7" providerId="LiveId" clId="{CBE848FC-AE12-4E63-AD20-624078CA5A40}" dt="2026-05-13T15:45:47.289" v="4881" actId="14100"/>
        <pc:sldMkLst>
          <pc:docMk/>
          <pc:sldMk cId="575366397" sldId="429"/>
        </pc:sldMkLst>
        <pc:spChg chg="add mod">
          <ac:chgData name="Yelli NIANG" userId="796e3d38f49373e7" providerId="LiveId" clId="{CBE848FC-AE12-4E63-AD20-624078CA5A40}" dt="2026-05-09T20:28:09.605" v="4448" actId="20577"/>
          <ac:spMkLst>
            <pc:docMk/>
            <pc:sldMk cId="575366397" sldId="429"/>
            <ac:spMk id="6" creationId="{24173089-F975-D4BB-5CEF-DCE134E4290A}"/>
          </ac:spMkLst>
        </pc:spChg>
        <pc:spChg chg="add mod">
          <ac:chgData name="Yelli NIANG" userId="796e3d38f49373e7" providerId="LiveId" clId="{CBE848FC-AE12-4E63-AD20-624078CA5A40}" dt="2026-05-13T15:45:37.591" v="4880" actId="14100"/>
          <ac:spMkLst>
            <pc:docMk/>
            <pc:sldMk cId="575366397" sldId="429"/>
            <ac:spMk id="8" creationId="{1E685D97-59E9-966B-693E-9B7796F6B26B}"/>
          </ac:spMkLst>
        </pc:spChg>
        <pc:spChg chg="add mod">
          <ac:chgData name="Yelli NIANG" userId="796e3d38f49373e7" providerId="LiveId" clId="{CBE848FC-AE12-4E63-AD20-624078CA5A40}" dt="2026-05-10T13:11:51.560" v="4672" actId="14100"/>
          <ac:spMkLst>
            <pc:docMk/>
            <pc:sldMk cId="575366397" sldId="429"/>
            <ac:spMk id="9" creationId="{38AD5D0C-02C9-25D2-57E7-94F5DA4F8EA1}"/>
          </ac:spMkLst>
        </pc:spChg>
        <pc:spChg chg="mod">
          <ac:chgData name="Yelli NIANG" userId="796e3d38f49373e7" providerId="LiveId" clId="{CBE848FC-AE12-4E63-AD20-624078CA5A40}" dt="2026-05-13T15:44:50.612" v="4877" actId="404"/>
          <ac:spMkLst>
            <pc:docMk/>
            <pc:sldMk cId="575366397" sldId="429"/>
            <ac:spMk id="12" creationId="{90E201F8-9255-7012-7647-3BC62B5866C9}"/>
          </ac:spMkLst>
        </pc:spChg>
        <pc:spChg chg="mod">
          <ac:chgData name="Yelli NIANG" userId="796e3d38f49373e7" providerId="LiveId" clId="{CBE848FC-AE12-4E63-AD20-624078CA5A40}" dt="2026-05-10T13:12:13.520" v="4678" actId="14100"/>
          <ac:spMkLst>
            <pc:docMk/>
            <pc:sldMk cId="575366397" sldId="429"/>
            <ac:spMk id="13" creationId="{85286D59-EBA8-8093-25E9-F7390F26B6BA}"/>
          </ac:spMkLst>
        </pc:spChg>
        <pc:spChg chg="mod">
          <ac:chgData name="Yelli NIANG" userId="796e3d38f49373e7" providerId="LiveId" clId="{CBE848FC-AE12-4E63-AD20-624078CA5A40}" dt="2026-05-10T13:15:25.322" v="4690" actId="1076"/>
          <ac:spMkLst>
            <pc:docMk/>
            <pc:sldMk cId="575366397" sldId="429"/>
            <ac:spMk id="15" creationId="{02548E74-5D88-93E9-51B7-D2074D422959}"/>
          </ac:spMkLst>
        </pc:spChg>
        <pc:spChg chg="mod">
          <ac:chgData name="Yelli NIANG" userId="796e3d38f49373e7" providerId="LiveId" clId="{CBE848FC-AE12-4E63-AD20-624078CA5A40}" dt="2026-05-10T13:10:53.312" v="4654" actId="2711"/>
          <ac:spMkLst>
            <pc:docMk/>
            <pc:sldMk cId="575366397" sldId="429"/>
            <ac:spMk id="16" creationId="{BBA225CB-9D6B-D7FD-223C-A227791E3BE1}"/>
          </ac:spMkLst>
        </pc:spChg>
        <pc:spChg chg="mod">
          <ac:chgData name="Yelli NIANG" userId="796e3d38f49373e7" providerId="LiveId" clId="{CBE848FC-AE12-4E63-AD20-624078CA5A40}" dt="2026-05-09T20:19:30.456" v="4380" actId="20577"/>
          <ac:spMkLst>
            <pc:docMk/>
            <pc:sldMk cId="575366397" sldId="429"/>
            <ac:spMk id="219" creationId="{77586D9A-8637-5D5E-4F8A-34623244D90F}"/>
          </ac:spMkLst>
        </pc:spChg>
        <pc:grpChg chg="add mod">
          <ac:chgData name="Yelli NIANG" userId="796e3d38f49373e7" providerId="LiveId" clId="{CBE848FC-AE12-4E63-AD20-624078CA5A40}" dt="2026-05-13T15:45:31.308" v="4879" actId="14100"/>
          <ac:grpSpMkLst>
            <pc:docMk/>
            <pc:sldMk cId="575366397" sldId="429"/>
            <ac:grpSpMk id="10" creationId="{3A2EC667-0EF2-B0A4-D314-EBAF33B639F9}"/>
          </ac:grpSpMkLst>
        </pc:grpChg>
        <pc:grpChg chg="add mod">
          <ac:chgData name="Yelli NIANG" userId="796e3d38f49373e7" providerId="LiveId" clId="{CBE848FC-AE12-4E63-AD20-624078CA5A40}" dt="2026-05-13T15:42:37.797" v="4846" actId="14100"/>
          <ac:grpSpMkLst>
            <pc:docMk/>
            <pc:sldMk cId="575366397" sldId="429"/>
            <ac:grpSpMk id="11" creationId="{A09E2B72-08FE-D0ED-853E-70C5D4443BDA}"/>
          </ac:grpSpMkLst>
        </pc:grpChg>
        <pc:grpChg chg="add mod">
          <ac:chgData name="Yelli NIANG" userId="796e3d38f49373e7" providerId="LiveId" clId="{CBE848FC-AE12-4E63-AD20-624078CA5A40}" dt="2026-05-13T15:45:47.289" v="4881" actId="14100"/>
          <ac:grpSpMkLst>
            <pc:docMk/>
            <pc:sldMk cId="575366397" sldId="429"/>
            <ac:grpSpMk id="14" creationId="{F6DAC6F9-4FF2-1F42-91A0-5788E6CD82B2}"/>
          </ac:grpSpMkLst>
        </pc:gr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62FA35B-E74D-4734-A77C-D244DAED799C}"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fr-FR"/>
        </a:p>
      </dgm:t>
    </dgm:pt>
    <dgm:pt modelId="{E7218331-1559-4C10-9354-48A29B7DC56E}">
      <dgm:prSet phldrT="[Texte]" custT="1"/>
      <dgm:spPr>
        <a:solidFill>
          <a:schemeClr val="bg1">
            <a:alpha val="90000"/>
          </a:schemeClr>
        </a:solidFill>
        <a:ln>
          <a:solidFill>
            <a:srgbClr val="002060"/>
          </a:solidFill>
        </a:ln>
      </dgm:spPr>
      <dgm:t>
        <a:bodyPr/>
        <a:lstStyle/>
        <a:p>
          <a:r>
            <a:rPr lang="fr-FR" sz="1800" dirty="0">
              <a:latin typeface="Times New Roman" panose="02020603050405020304" pitchFamily="18" charset="0"/>
              <a:cs typeface="Times New Roman" panose="02020603050405020304" pitchFamily="18" charset="0"/>
            </a:rPr>
            <a:t>PDG</a:t>
          </a:r>
        </a:p>
      </dgm:t>
    </dgm:pt>
    <dgm:pt modelId="{64FE8BFB-2C10-4F94-852B-DDBC5A26AABA}" type="parTrans" cxnId="{80275193-AC45-4BED-9933-8B75C21ADEC4}">
      <dgm:prSet/>
      <dgm:spPr/>
      <dgm:t>
        <a:bodyPr/>
        <a:lstStyle/>
        <a:p>
          <a:endParaRPr lang="fr-FR"/>
        </a:p>
      </dgm:t>
    </dgm:pt>
    <dgm:pt modelId="{04280859-2C7D-4CD1-8642-B1E80A33560A}" type="sibTrans" cxnId="{80275193-AC45-4BED-9933-8B75C21ADEC4}">
      <dgm:prSet/>
      <dgm:spPr/>
      <dgm:t>
        <a:bodyPr/>
        <a:lstStyle/>
        <a:p>
          <a:endParaRPr lang="fr-FR"/>
        </a:p>
      </dgm:t>
    </dgm:pt>
    <dgm:pt modelId="{40AD5D0C-DFE4-495B-8749-3AE384784B38}">
      <dgm:prSet phldrT="[Texte]" custT="1"/>
      <dgm:spPr>
        <a:ln>
          <a:solidFill>
            <a:srgbClr val="002060"/>
          </a:solidFill>
        </a:ln>
      </dgm:spPr>
      <dgm:t>
        <a:bodyPr/>
        <a:lstStyle/>
        <a:p>
          <a:r>
            <a:rPr lang="fr-FR" sz="1200" dirty="0">
              <a:latin typeface="Times New Roman" panose="02020603050405020304" pitchFamily="18" charset="0"/>
              <a:cs typeface="Times New Roman" panose="02020603050405020304" pitchFamily="18" charset="0"/>
            </a:rPr>
            <a:t>Responsable site &amp; Méthodes maintenance</a:t>
          </a:r>
        </a:p>
      </dgm:t>
    </dgm:pt>
    <dgm:pt modelId="{FC753835-1559-4F75-8CB8-9138A81EBE38}" type="parTrans" cxnId="{078E67D9-15D1-476E-8B39-F769596AB0B4}">
      <dgm:prSet/>
      <dgm:spPr>
        <a:ln>
          <a:solidFill>
            <a:srgbClr val="002060"/>
          </a:solidFill>
        </a:ln>
      </dgm:spPr>
      <dgm:t>
        <a:bodyPr/>
        <a:lstStyle/>
        <a:p>
          <a:endParaRPr lang="fr-FR" sz="1800">
            <a:latin typeface="Times New Roman" panose="02020603050405020304" pitchFamily="18" charset="0"/>
            <a:cs typeface="Times New Roman" panose="02020603050405020304" pitchFamily="18" charset="0"/>
          </a:endParaRPr>
        </a:p>
      </dgm:t>
    </dgm:pt>
    <dgm:pt modelId="{D746704D-146A-41D2-B1D5-36969194F3D5}" type="sibTrans" cxnId="{078E67D9-15D1-476E-8B39-F769596AB0B4}">
      <dgm:prSet/>
      <dgm:spPr/>
      <dgm:t>
        <a:bodyPr/>
        <a:lstStyle/>
        <a:p>
          <a:endParaRPr lang="fr-FR"/>
        </a:p>
      </dgm:t>
    </dgm:pt>
    <dgm:pt modelId="{270B1B10-02A2-4A8A-AE61-82EFEAE8B88C}">
      <dgm:prSet phldrT="[Texte]" custT="1"/>
      <dgm:spPr>
        <a:ln>
          <a:solidFill>
            <a:srgbClr val="002060"/>
          </a:solidFill>
        </a:ln>
      </dgm:spPr>
      <dgm:t>
        <a:bodyPr/>
        <a:lstStyle/>
        <a:p>
          <a:r>
            <a:rPr lang="fr-FR" sz="1200" dirty="0">
              <a:latin typeface="Times New Roman" panose="02020603050405020304" pitchFamily="18" charset="0"/>
              <a:cs typeface="Times New Roman" panose="02020603050405020304" pitchFamily="18" charset="0"/>
            </a:rPr>
            <a:t>Technicien méthodes </a:t>
          </a:r>
        </a:p>
        <a:p>
          <a:r>
            <a:rPr lang="fr-FR" sz="1200" dirty="0">
              <a:latin typeface="Times New Roman" panose="02020603050405020304" pitchFamily="18" charset="0"/>
              <a:cs typeface="Times New Roman" panose="02020603050405020304" pitchFamily="18" charset="0"/>
            </a:rPr>
            <a:t>Métrologie</a:t>
          </a:r>
        </a:p>
      </dgm:t>
    </dgm:pt>
    <dgm:pt modelId="{0400210D-42FC-41B2-820F-A5E54627F6F5}" type="parTrans" cxnId="{6D4DA563-4BBC-45A2-B47A-CC7BD8CCC14F}">
      <dgm:prSet/>
      <dgm:spPr>
        <a:ln>
          <a:solidFill>
            <a:srgbClr val="002060"/>
          </a:solidFill>
        </a:ln>
      </dgm:spPr>
      <dgm:t>
        <a:bodyPr/>
        <a:lstStyle/>
        <a:p>
          <a:endParaRPr lang="fr-FR" sz="1800">
            <a:latin typeface="Times New Roman" panose="02020603050405020304" pitchFamily="18" charset="0"/>
            <a:cs typeface="Times New Roman" panose="02020603050405020304" pitchFamily="18" charset="0"/>
          </a:endParaRPr>
        </a:p>
      </dgm:t>
    </dgm:pt>
    <dgm:pt modelId="{E7108E52-CA7B-4C23-9B12-5BB6C7B91484}" type="sibTrans" cxnId="{6D4DA563-4BBC-45A2-B47A-CC7BD8CCC14F}">
      <dgm:prSet/>
      <dgm:spPr/>
      <dgm:t>
        <a:bodyPr/>
        <a:lstStyle/>
        <a:p>
          <a:endParaRPr lang="fr-FR"/>
        </a:p>
      </dgm:t>
    </dgm:pt>
    <dgm:pt modelId="{70D10418-5D02-4886-8799-0BEF698766E4}">
      <dgm:prSet custT="1"/>
      <dgm:spPr>
        <a:ln>
          <a:solidFill>
            <a:srgbClr val="FFC000"/>
          </a:solidFill>
        </a:ln>
      </dgm:spPr>
      <dgm:t>
        <a:bodyPr/>
        <a:lstStyle/>
        <a:p>
          <a:r>
            <a:rPr lang="fr-FR" sz="1200" dirty="0">
              <a:latin typeface="Times New Roman" panose="02020603050405020304" pitchFamily="18" charset="0"/>
              <a:cs typeface="Times New Roman" panose="02020603050405020304" pitchFamily="18" charset="0"/>
            </a:rPr>
            <a:t>Technicien méthodes</a:t>
          </a:r>
        </a:p>
        <a:p>
          <a:r>
            <a:rPr lang="fr-FR" sz="1200" dirty="0">
              <a:latin typeface="Times New Roman" panose="02020603050405020304" pitchFamily="18" charset="0"/>
              <a:cs typeface="Times New Roman" panose="02020603050405020304" pitchFamily="18" charset="0"/>
            </a:rPr>
            <a:t>Métrologie</a:t>
          </a:r>
        </a:p>
      </dgm:t>
    </dgm:pt>
    <dgm:pt modelId="{9A32BDD9-1A6D-4ABC-BAED-C40D58F7B9B0}" type="parTrans" cxnId="{FB08DF8B-8BFC-40EF-A9C0-7911A9195A96}">
      <dgm:prSet/>
      <dgm:spPr>
        <a:ln>
          <a:solidFill>
            <a:srgbClr val="002060"/>
          </a:solidFill>
        </a:ln>
      </dgm:spPr>
      <dgm:t>
        <a:bodyPr/>
        <a:lstStyle/>
        <a:p>
          <a:endParaRPr lang="fr-FR"/>
        </a:p>
      </dgm:t>
    </dgm:pt>
    <dgm:pt modelId="{861A6218-BB04-44AA-8CA5-BB9570528321}" type="sibTrans" cxnId="{FB08DF8B-8BFC-40EF-A9C0-7911A9195A96}">
      <dgm:prSet/>
      <dgm:spPr/>
      <dgm:t>
        <a:bodyPr/>
        <a:lstStyle/>
        <a:p>
          <a:endParaRPr lang="fr-FR"/>
        </a:p>
      </dgm:t>
    </dgm:pt>
    <dgm:pt modelId="{E65D93B0-3EA3-4934-BFE1-9B9FF1C53C02}">
      <dgm:prSet custT="1"/>
      <dgm:spPr>
        <a:ln>
          <a:solidFill>
            <a:srgbClr val="FFC000"/>
          </a:solidFill>
        </a:ln>
      </dgm:spPr>
      <dgm:t>
        <a:bodyPr/>
        <a:lstStyle/>
        <a:p>
          <a:r>
            <a:rPr lang="fr-FR" sz="1200" dirty="0">
              <a:latin typeface="Times New Roman" panose="02020603050405020304" pitchFamily="18" charset="0"/>
              <a:cs typeface="Times New Roman" panose="02020603050405020304" pitchFamily="18" charset="0"/>
            </a:rPr>
            <a:t>Achats délégués </a:t>
          </a:r>
        </a:p>
      </dgm:t>
    </dgm:pt>
    <dgm:pt modelId="{D5F45A6B-4C36-4212-A321-19BC493FE189}" type="parTrans" cxnId="{4CBD503D-E02E-470B-8889-BED6970579E9}">
      <dgm:prSet/>
      <dgm:spPr>
        <a:ln>
          <a:solidFill>
            <a:srgbClr val="FFC000"/>
          </a:solidFill>
        </a:ln>
      </dgm:spPr>
      <dgm:t>
        <a:bodyPr/>
        <a:lstStyle/>
        <a:p>
          <a:endParaRPr lang="fr-FR"/>
        </a:p>
      </dgm:t>
    </dgm:pt>
    <dgm:pt modelId="{7D7E874C-F0ED-45FA-9621-7E7EC8B2C392}" type="sibTrans" cxnId="{4CBD503D-E02E-470B-8889-BED6970579E9}">
      <dgm:prSet/>
      <dgm:spPr/>
      <dgm:t>
        <a:bodyPr/>
        <a:lstStyle/>
        <a:p>
          <a:endParaRPr lang="fr-FR"/>
        </a:p>
      </dgm:t>
    </dgm:pt>
    <dgm:pt modelId="{DF606ED5-FC8A-4A9F-A315-C30408836820}">
      <dgm:prSet custT="1"/>
      <dgm:spPr>
        <a:ln>
          <a:solidFill>
            <a:srgbClr val="FFC000"/>
          </a:solidFill>
        </a:ln>
      </dgm:spPr>
      <dgm:t>
        <a:bodyPr/>
        <a:lstStyle/>
        <a:p>
          <a:r>
            <a:rPr lang="fr-FR" sz="1200" dirty="0">
              <a:latin typeface="Times New Roman" panose="02020603050405020304" pitchFamily="18" charset="0"/>
              <a:cs typeface="Times New Roman" panose="02020603050405020304" pitchFamily="18" charset="0"/>
            </a:rPr>
            <a:t>Comptable</a:t>
          </a:r>
        </a:p>
      </dgm:t>
    </dgm:pt>
    <dgm:pt modelId="{B6CD73AC-230F-4F97-AA6F-09ACE683D226}" type="parTrans" cxnId="{93565243-0930-45A5-9E30-B7016CE2E30A}">
      <dgm:prSet/>
      <dgm:spPr>
        <a:ln>
          <a:solidFill>
            <a:srgbClr val="FFC000"/>
          </a:solidFill>
        </a:ln>
      </dgm:spPr>
      <dgm:t>
        <a:bodyPr/>
        <a:lstStyle/>
        <a:p>
          <a:endParaRPr lang="fr-FR"/>
        </a:p>
      </dgm:t>
    </dgm:pt>
    <dgm:pt modelId="{BC157874-E10A-42F9-B5E6-4F612547F0DE}" type="sibTrans" cxnId="{93565243-0930-45A5-9E30-B7016CE2E30A}">
      <dgm:prSet/>
      <dgm:spPr/>
      <dgm:t>
        <a:bodyPr/>
        <a:lstStyle/>
        <a:p>
          <a:endParaRPr lang="fr-FR"/>
        </a:p>
      </dgm:t>
    </dgm:pt>
    <dgm:pt modelId="{8607C3B0-E535-4513-95BF-C75E5EBEE337}">
      <dgm:prSet custT="1"/>
      <dgm:spPr>
        <a:ln>
          <a:solidFill>
            <a:srgbClr val="FF0000"/>
          </a:solidFill>
        </a:ln>
      </dgm:spPr>
      <dgm:t>
        <a:bodyPr/>
        <a:lstStyle/>
        <a:p>
          <a:r>
            <a:rPr lang="fr-FR" sz="1200" dirty="0">
              <a:latin typeface="Times New Roman" panose="02020603050405020304" pitchFamily="18" charset="0"/>
              <a:cs typeface="Times New Roman" panose="02020603050405020304" pitchFamily="18" charset="0"/>
            </a:rPr>
            <a:t>Ingénieur méthodes</a:t>
          </a:r>
        </a:p>
      </dgm:t>
    </dgm:pt>
    <dgm:pt modelId="{2A6E9435-C3A5-49CF-96F8-9071C10E4622}" type="parTrans" cxnId="{F99F70E1-F9AB-474A-BB21-C292EC8A7022}">
      <dgm:prSet/>
      <dgm:spPr>
        <a:ln>
          <a:solidFill>
            <a:srgbClr val="FF0000"/>
          </a:solidFill>
        </a:ln>
      </dgm:spPr>
      <dgm:t>
        <a:bodyPr/>
        <a:lstStyle/>
        <a:p>
          <a:endParaRPr lang="fr-FR"/>
        </a:p>
      </dgm:t>
    </dgm:pt>
    <dgm:pt modelId="{9574D541-42A6-441B-AF3B-BF9CAA773505}" type="sibTrans" cxnId="{F99F70E1-F9AB-474A-BB21-C292EC8A7022}">
      <dgm:prSet/>
      <dgm:spPr/>
      <dgm:t>
        <a:bodyPr/>
        <a:lstStyle/>
        <a:p>
          <a:endParaRPr lang="fr-FR"/>
        </a:p>
      </dgm:t>
    </dgm:pt>
    <dgm:pt modelId="{E20BB9D6-B583-43BD-BEA8-0C36414E25BF}">
      <dgm:prSet custT="1"/>
      <dgm:spPr>
        <a:ln>
          <a:solidFill>
            <a:srgbClr val="FF0000"/>
          </a:solidFill>
        </a:ln>
      </dgm:spPr>
      <dgm:t>
        <a:bodyPr/>
        <a:lstStyle/>
        <a:p>
          <a:r>
            <a:rPr lang="fr-FR" sz="1200" dirty="0">
              <a:latin typeface="Times New Roman" panose="02020603050405020304" pitchFamily="18" charset="0"/>
              <a:cs typeface="Times New Roman" panose="02020603050405020304" pitchFamily="18" charset="0"/>
            </a:rPr>
            <a:t>Ingénieur métrologie</a:t>
          </a:r>
        </a:p>
      </dgm:t>
    </dgm:pt>
    <dgm:pt modelId="{E774D12E-E458-46E1-8ADB-07DC74F0D825}" type="parTrans" cxnId="{2E03D727-CF11-4BDA-8343-57B33F0F5B5C}">
      <dgm:prSet/>
      <dgm:spPr>
        <a:ln>
          <a:solidFill>
            <a:srgbClr val="FF0000"/>
          </a:solidFill>
        </a:ln>
      </dgm:spPr>
      <dgm:t>
        <a:bodyPr/>
        <a:lstStyle/>
        <a:p>
          <a:endParaRPr lang="fr-FR"/>
        </a:p>
      </dgm:t>
    </dgm:pt>
    <dgm:pt modelId="{32B845AB-F61D-45DF-905F-E094133B12A7}" type="sibTrans" cxnId="{2E03D727-CF11-4BDA-8343-57B33F0F5B5C}">
      <dgm:prSet/>
      <dgm:spPr/>
      <dgm:t>
        <a:bodyPr/>
        <a:lstStyle/>
        <a:p>
          <a:endParaRPr lang="fr-FR"/>
        </a:p>
      </dgm:t>
    </dgm:pt>
    <dgm:pt modelId="{97E98F50-E99E-4C50-B6BC-BEFBE5C3F9DA}">
      <dgm:prSet custT="1"/>
      <dgm:spPr>
        <a:ln>
          <a:solidFill>
            <a:srgbClr val="FF0000"/>
          </a:solidFill>
        </a:ln>
      </dgm:spPr>
      <dgm:t>
        <a:bodyPr/>
        <a:lstStyle/>
        <a:p>
          <a:r>
            <a:rPr lang="fr-FR" sz="1200" dirty="0">
              <a:latin typeface="Times New Roman" panose="02020603050405020304" pitchFamily="18" charset="0"/>
              <a:cs typeface="Times New Roman" panose="02020603050405020304" pitchFamily="18" charset="0"/>
            </a:rPr>
            <a:t>Technicien  maintenance</a:t>
          </a:r>
        </a:p>
      </dgm:t>
    </dgm:pt>
    <dgm:pt modelId="{DDEC4843-5BEE-407E-A266-186E320F3566}" type="parTrans" cxnId="{CBEB162B-CAD9-432A-91E9-1F3F691CD827}">
      <dgm:prSet/>
      <dgm:spPr>
        <a:ln>
          <a:solidFill>
            <a:srgbClr val="FF0000"/>
          </a:solidFill>
        </a:ln>
      </dgm:spPr>
      <dgm:t>
        <a:bodyPr/>
        <a:lstStyle/>
        <a:p>
          <a:endParaRPr lang="fr-FR"/>
        </a:p>
      </dgm:t>
    </dgm:pt>
    <dgm:pt modelId="{53C73C98-1FCC-4770-BDFA-DC204A917EDF}" type="sibTrans" cxnId="{CBEB162B-CAD9-432A-91E9-1F3F691CD827}">
      <dgm:prSet/>
      <dgm:spPr/>
      <dgm:t>
        <a:bodyPr/>
        <a:lstStyle/>
        <a:p>
          <a:endParaRPr lang="fr-FR"/>
        </a:p>
      </dgm:t>
    </dgm:pt>
    <dgm:pt modelId="{5D7EBEEF-AF17-4A84-951C-72172A1E1B16}">
      <dgm:prSet custT="1">
        <dgm:style>
          <a:lnRef idx="2">
            <a:schemeClr val="dk1"/>
          </a:lnRef>
          <a:fillRef idx="1">
            <a:schemeClr val="lt1"/>
          </a:fillRef>
          <a:effectRef idx="0">
            <a:schemeClr val="dk1"/>
          </a:effectRef>
          <a:fontRef idx="minor">
            <a:schemeClr val="dk1"/>
          </a:fontRef>
        </dgm:style>
      </dgm:prSet>
      <dgm:spPr/>
      <dgm:t>
        <a:bodyPr/>
        <a:lstStyle/>
        <a:p>
          <a:r>
            <a:rPr lang="fr-FR" sz="1200" dirty="0">
              <a:latin typeface="Times New Roman" panose="02020603050405020304" pitchFamily="18" charset="0"/>
              <a:cs typeface="Times New Roman" panose="02020603050405020304" pitchFamily="18" charset="0"/>
            </a:rPr>
            <a:t>Responsable commercial &amp; Marketing &amp; Communication</a:t>
          </a:r>
        </a:p>
      </dgm:t>
    </dgm:pt>
    <dgm:pt modelId="{3AA62317-9C84-4DBD-9E21-76E7C4DA1234}" type="parTrans" cxnId="{5F0E72AB-0D5B-49E1-B162-DC7FDE1ACBEE}">
      <dgm:prSet/>
      <dgm:spPr>
        <a:solidFill>
          <a:schemeClr val="tx1"/>
        </a:solidFill>
        <a:ln>
          <a:solidFill>
            <a:srgbClr val="002060"/>
          </a:solidFill>
        </a:ln>
      </dgm:spPr>
      <dgm:t>
        <a:bodyPr/>
        <a:lstStyle/>
        <a:p>
          <a:endParaRPr lang="fr-FR"/>
        </a:p>
      </dgm:t>
    </dgm:pt>
    <dgm:pt modelId="{233F38B8-7B29-44EE-B4FF-4E7A97E4540D}" type="sibTrans" cxnId="{5F0E72AB-0D5B-49E1-B162-DC7FDE1ACBEE}">
      <dgm:prSet/>
      <dgm:spPr/>
      <dgm:t>
        <a:bodyPr/>
        <a:lstStyle/>
        <a:p>
          <a:endParaRPr lang="fr-FR"/>
        </a:p>
      </dgm:t>
    </dgm:pt>
    <dgm:pt modelId="{BB99A985-BF74-4D44-9BFF-08F11D5DF659}">
      <dgm:prSet custT="1"/>
      <dgm:spPr>
        <a:solidFill>
          <a:srgbClr val="EEEEEE">
            <a:alpha val="90000"/>
            <a:hueOff val="0"/>
            <a:satOff val="0"/>
            <a:lumOff val="0"/>
            <a:alphaOff val="0"/>
          </a:srgbClr>
        </a:solidFill>
        <a:ln w="25400" cap="flat" cmpd="sng" algn="ctr">
          <a:solidFill>
            <a:srgbClr val="002060"/>
          </a:solidFill>
          <a:prstDash val="solid"/>
        </a:ln>
        <a:effectLst/>
      </dgm:spPr>
      <dgm:t>
        <a:bodyPr spcFirstLastPara="0" vert="horz" wrap="square" lIns="45720" tIns="45720" rIns="45720" bIns="45720" numCol="1" spcCol="1270" anchor="ctr" anchorCtr="0"/>
        <a:lstStyle/>
        <a:p>
          <a:pPr marL="0" lvl="0" indent="0" algn="ctr" defTabSz="533400">
            <a:lnSpc>
              <a:spcPct val="90000"/>
            </a:lnSpc>
            <a:spcBef>
              <a:spcPct val="0"/>
            </a:spcBef>
            <a:spcAft>
              <a:spcPct val="35000"/>
            </a:spcAft>
            <a:buNone/>
          </a:pPr>
          <a:r>
            <a:rPr lang="fr-FR" sz="1200" kern="1200" dirty="0">
              <a:solidFill>
                <a:srgbClr val="022866">
                  <a:hueOff val="0"/>
                  <a:satOff val="0"/>
                  <a:lumOff val="0"/>
                  <a:alphaOff val="0"/>
                </a:srgbClr>
              </a:solidFill>
              <a:latin typeface="Times New Roman" panose="02020603050405020304" pitchFamily="18" charset="0"/>
              <a:ea typeface="+mn-ea"/>
              <a:cs typeface="Times New Roman" panose="02020603050405020304" pitchFamily="18" charset="0"/>
            </a:rPr>
            <a:t>Gestion administrative</a:t>
          </a:r>
        </a:p>
      </dgm:t>
    </dgm:pt>
    <dgm:pt modelId="{B6DAEF73-EE62-4732-9C16-ED7A4E984EB0}" type="parTrans" cxnId="{696644E2-8794-439A-9EC6-AD05740301D7}">
      <dgm:prSet/>
      <dgm:spPr>
        <a:ln>
          <a:solidFill>
            <a:srgbClr val="002060"/>
          </a:solidFill>
        </a:ln>
      </dgm:spPr>
      <dgm:t>
        <a:bodyPr/>
        <a:lstStyle/>
        <a:p>
          <a:endParaRPr lang="fr-FR"/>
        </a:p>
      </dgm:t>
    </dgm:pt>
    <dgm:pt modelId="{7B507A90-CBCE-4FF1-AFAC-86ADBA991303}" type="sibTrans" cxnId="{696644E2-8794-439A-9EC6-AD05740301D7}">
      <dgm:prSet/>
      <dgm:spPr/>
      <dgm:t>
        <a:bodyPr/>
        <a:lstStyle/>
        <a:p>
          <a:endParaRPr lang="fr-FR"/>
        </a:p>
      </dgm:t>
    </dgm:pt>
    <dgm:pt modelId="{53A25FEB-9FBB-428E-B638-5AFD13EC6479}" type="pres">
      <dgm:prSet presAssocID="{F62FA35B-E74D-4734-A77C-D244DAED799C}" presName="hierChild1" presStyleCnt="0">
        <dgm:presLayoutVars>
          <dgm:chPref val="1"/>
          <dgm:dir/>
          <dgm:animOne val="branch"/>
          <dgm:animLvl val="lvl"/>
          <dgm:resizeHandles/>
        </dgm:presLayoutVars>
      </dgm:prSet>
      <dgm:spPr/>
    </dgm:pt>
    <dgm:pt modelId="{DA2113EF-28B6-4AF5-A8D8-FCE0B30D4155}" type="pres">
      <dgm:prSet presAssocID="{E7218331-1559-4C10-9354-48A29B7DC56E}" presName="hierRoot1" presStyleCnt="0"/>
      <dgm:spPr/>
    </dgm:pt>
    <dgm:pt modelId="{3C83F3C9-FB6E-4CA2-9BC5-179E9E3CC29F}" type="pres">
      <dgm:prSet presAssocID="{E7218331-1559-4C10-9354-48A29B7DC56E}" presName="composite" presStyleCnt="0"/>
      <dgm:spPr/>
    </dgm:pt>
    <dgm:pt modelId="{A5784130-EA48-4387-B2DE-53F4D5E09B4E}" type="pres">
      <dgm:prSet presAssocID="{E7218331-1559-4C10-9354-48A29B7DC56E}" presName="background" presStyleLbl="node0" presStyleIdx="0" presStyleCnt="1"/>
      <dgm:spPr>
        <a:solidFill>
          <a:srgbClr val="002060"/>
        </a:solidFill>
      </dgm:spPr>
    </dgm:pt>
    <dgm:pt modelId="{652D255D-9940-4BF2-8203-0752A34D6F4E}" type="pres">
      <dgm:prSet presAssocID="{E7218331-1559-4C10-9354-48A29B7DC56E}" presName="text" presStyleLbl="fgAcc0" presStyleIdx="0" presStyleCnt="1" custScaleX="157845" custScaleY="122570" custLinFactX="100000" custLinFactY="-78622" custLinFactNeighborX="172925" custLinFactNeighborY="-100000">
        <dgm:presLayoutVars>
          <dgm:chPref val="3"/>
        </dgm:presLayoutVars>
      </dgm:prSet>
      <dgm:spPr/>
    </dgm:pt>
    <dgm:pt modelId="{F1BC35E7-36F2-46A7-97EE-7893CA0D2405}" type="pres">
      <dgm:prSet presAssocID="{E7218331-1559-4C10-9354-48A29B7DC56E}" presName="hierChild2" presStyleCnt="0"/>
      <dgm:spPr/>
    </dgm:pt>
    <dgm:pt modelId="{B2D8B2D1-71C5-4444-A554-6E196C19A22C}" type="pres">
      <dgm:prSet presAssocID="{3AA62317-9C84-4DBD-9E21-76E7C4DA1234}" presName="Name10" presStyleLbl="parChTrans1D2" presStyleIdx="0" presStyleCnt="3"/>
      <dgm:spPr/>
    </dgm:pt>
    <dgm:pt modelId="{E46488A1-E005-4392-AF11-D04ABCA6FE6D}" type="pres">
      <dgm:prSet presAssocID="{5D7EBEEF-AF17-4A84-951C-72172A1E1B16}" presName="hierRoot2" presStyleCnt="0"/>
      <dgm:spPr/>
    </dgm:pt>
    <dgm:pt modelId="{024637F9-6723-4F22-8AA4-79D0DEBA8163}" type="pres">
      <dgm:prSet presAssocID="{5D7EBEEF-AF17-4A84-951C-72172A1E1B16}" presName="composite2" presStyleCnt="0"/>
      <dgm:spPr/>
    </dgm:pt>
    <dgm:pt modelId="{BDFAC2D7-099E-49B8-80D8-382D86B50C98}" type="pres">
      <dgm:prSet presAssocID="{5D7EBEEF-AF17-4A84-951C-72172A1E1B16}" presName="background2" presStyleLbl="node2" presStyleIdx="0" presStyleCnt="3"/>
      <dgm:spPr>
        <a:solidFill>
          <a:srgbClr val="FFC000"/>
        </a:solidFill>
        <a:ln>
          <a:solidFill>
            <a:srgbClr val="FFC000"/>
          </a:solidFill>
        </a:ln>
      </dgm:spPr>
    </dgm:pt>
    <dgm:pt modelId="{C5760CBA-6AE5-4CA6-BA26-F4190900D3F3}" type="pres">
      <dgm:prSet presAssocID="{5D7EBEEF-AF17-4A84-951C-72172A1E1B16}" presName="text2" presStyleLbl="fgAcc2" presStyleIdx="0" presStyleCnt="3" custScaleX="260192" custScaleY="137489" custLinFactX="469164" custLinFactNeighborX="500000" custLinFactNeighborY="-52086">
        <dgm:presLayoutVars>
          <dgm:chPref val="3"/>
        </dgm:presLayoutVars>
      </dgm:prSet>
      <dgm:spPr/>
    </dgm:pt>
    <dgm:pt modelId="{374773AD-E6ED-43CB-A128-34864A16D2A5}" type="pres">
      <dgm:prSet presAssocID="{5D7EBEEF-AF17-4A84-951C-72172A1E1B16}" presName="hierChild3" presStyleCnt="0"/>
      <dgm:spPr/>
    </dgm:pt>
    <dgm:pt modelId="{7936D551-BDFA-4534-8E60-B71FADC545CC}" type="pres">
      <dgm:prSet presAssocID="{B6DAEF73-EE62-4732-9C16-ED7A4E984EB0}" presName="Name10" presStyleLbl="parChTrans1D2" presStyleIdx="1" presStyleCnt="3"/>
      <dgm:spPr/>
    </dgm:pt>
    <dgm:pt modelId="{010E4DC4-B570-4635-9B83-CE88C5DE728A}" type="pres">
      <dgm:prSet presAssocID="{BB99A985-BF74-4D44-9BFF-08F11D5DF659}" presName="hierRoot2" presStyleCnt="0"/>
      <dgm:spPr/>
    </dgm:pt>
    <dgm:pt modelId="{3AD3D924-98FB-4468-BEAD-899CD182980D}" type="pres">
      <dgm:prSet presAssocID="{BB99A985-BF74-4D44-9BFF-08F11D5DF659}" presName="composite2" presStyleCnt="0"/>
      <dgm:spPr/>
    </dgm:pt>
    <dgm:pt modelId="{3E300455-A7DE-418E-9F4B-13E09099E1E2}" type="pres">
      <dgm:prSet presAssocID="{BB99A985-BF74-4D44-9BFF-08F11D5DF659}" presName="background2" presStyleLbl="node2" presStyleIdx="1" presStyleCnt="3"/>
      <dgm:spPr>
        <a:solidFill>
          <a:srgbClr val="002060"/>
        </a:solidFill>
      </dgm:spPr>
    </dgm:pt>
    <dgm:pt modelId="{FB66473E-C0FC-4B98-959F-43A3FCA4F677}" type="pres">
      <dgm:prSet presAssocID="{BB99A985-BF74-4D44-9BFF-08F11D5DF659}" presName="text2" presStyleLbl="fgAcc2" presStyleIdx="1" presStyleCnt="3" custScaleX="241907" custScaleY="120754" custLinFactX="100000" custLinFactNeighborX="164002" custLinFactNeighborY="-34488">
        <dgm:presLayoutVars>
          <dgm:chPref val="3"/>
        </dgm:presLayoutVars>
      </dgm:prSet>
      <dgm:spPr>
        <a:xfrm>
          <a:off x="3773864" y="1388335"/>
          <a:ext cx="1592382" cy="417996"/>
        </a:xfrm>
        <a:prstGeom prst="roundRect">
          <a:avLst>
            <a:gd name="adj" fmla="val 10000"/>
          </a:avLst>
        </a:prstGeom>
      </dgm:spPr>
    </dgm:pt>
    <dgm:pt modelId="{C9C43FC4-D198-4917-B52D-8093BFD336BA}" type="pres">
      <dgm:prSet presAssocID="{BB99A985-BF74-4D44-9BFF-08F11D5DF659}" presName="hierChild3" presStyleCnt="0"/>
      <dgm:spPr/>
    </dgm:pt>
    <dgm:pt modelId="{C1D554E7-6F09-42DC-8E1E-5745F408639E}" type="pres">
      <dgm:prSet presAssocID="{FC753835-1559-4F75-8CB8-9138A81EBE38}" presName="Name10" presStyleLbl="parChTrans1D2" presStyleIdx="2" presStyleCnt="3"/>
      <dgm:spPr/>
    </dgm:pt>
    <dgm:pt modelId="{5B5E99B0-BE99-475E-91A0-8796FE65E156}" type="pres">
      <dgm:prSet presAssocID="{40AD5D0C-DFE4-495B-8749-3AE384784B38}" presName="hierRoot2" presStyleCnt="0"/>
      <dgm:spPr/>
    </dgm:pt>
    <dgm:pt modelId="{240C7EAE-8A6E-4025-9520-C19E9EFC1A85}" type="pres">
      <dgm:prSet presAssocID="{40AD5D0C-DFE4-495B-8749-3AE384784B38}" presName="composite2" presStyleCnt="0"/>
      <dgm:spPr/>
    </dgm:pt>
    <dgm:pt modelId="{86D68BFC-6FC5-4BEE-8AD4-9D952FA4E986}" type="pres">
      <dgm:prSet presAssocID="{40AD5D0C-DFE4-495B-8749-3AE384784B38}" presName="background2" presStyleLbl="node2" presStyleIdx="2" presStyleCnt="3"/>
      <dgm:spPr>
        <a:solidFill>
          <a:srgbClr val="002060"/>
        </a:solidFill>
      </dgm:spPr>
    </dgm:pt>
    <dgm:pt modelId="{850646A0-0F3A-4C26-9EF2-51884CB736E7}" type="pres">
      <dgm:prSet presAssocID="{40AD5D0C-DFE4-495B-8749-3AE384784B38}" presName="text2" presStyleLbl="fgAcc2" presStyleIdx="2" presStyleCnt="3" custScaleX="242346" custScaleY="132035" custLinFactX="-200000" custLinFactNeighborX="-205716" custLinFactNeighborY="-53360">
        <dgm:presLayoutVars>
          <dgm:chPref val="3"/>
        </dgm:presLayoutVars>
      </dgm:prSet>
      <dgm:spPr/>
    </dgm:pt>
    <dgm:pt modelId="{92B926A2-258A-42A6-9E23-4554F3379E76}" type="pres">
      <dgm:prSet presAssocID="{40AD5D0C-DFE4-495B-8749-3AE384784B38}" presName="hierChild3" presStyleCnt="0"/>
      <dgm:spPr/>
    </dgm:pt>
    <dgm:pt modelId="{4D003DAF-5CCC-4E18-AA6D-3DBAB42F66EB}" type="pres">
      <dgm:prSet presAssocID="{0400210D-42FC-41B2-820F-A5E54627F6F5}" presName="Name17" presStyleLbl="parChTrans1D3" presStyleIdx="0" presStyleCnt="7"/>
      <dgm:spPr/>
    </dgm:pt>
    <dgm:pt modelId="{78498DC4-6FF5-4910-8CBA-63348B6DBD21}" type="pres">
      <dgm:prSet presAssocID="{270B1B10-02A2-4A8A-AE61-82EFEAE8B88C}" presName="hierRoot3" presStyleCnt="0"/>
      <dgm:spPr/>
    </dgm:pt>
    <dgm:pt modelId="{B5A282D5-382E-47FF-AE22-112A115716D5}" type="pres">
      <dgm:prSet presAssocID="{270B1B10-02A2-4A8A-AE61-82EFEAE8B88C}" presName="composite3" presStyleCnt="0"/>
      <dgm:spPr/>
    </dgm:pt>
    <dgm:pt modelId="{FB77678F-5828-4AE8-A3C8-009EDA366C0E}" type="pres">
      <dgm:prSet presAssocID="{270B1B10-02A2-4A8A-AE61-82EFEAE8B88C}" presName="background3" presStyleLbl="node3" presStyleIdx="0" presStyleCnt="7"/>
      <dgm:spPr>
        <a:solidFill>
          <a:srgbClr val="002060"/>
        </a:solidFill>
      </dgm:spPr>
    </dgm:pt>
    <dgm:pt modelId="{64B6E8CA-602F-48A8-BCEC-8981394D6DF8}" type="pres">
      <dgm:prSet presAssocID="{270B1B10-02A2-4A8A-AE61-82EFEAE8B88C}" presName="text3" presStyleLbl="fgAcc3" presStyleIdx="0" presStyleCnt="7" custScaleX="224135" custScaleY="133561">
        <dgm:presLayoutVars>
          <dgm:chPref val="3"/>
        </dgm:presLayoutVars>
      </dgm:prSet>
      <dgm:spPr/>
    </dgm:pt>
    <dgm:pt modelId="{823C6A7E-6A9B-46EC-A008-68F4BEBB9E98}" type="pres">
      <dgm:prSet presAssocID="{270B1B10-02A2-4A8A-AE61-82EFEAE8B88C}" presName="hierChild4" presStyleCnt="0"/>
      <dgm:spPr/>
    </dgm:pt>
    <dgm:pt modelId="{2B10BB76-8FEB-4597-B2BC-061EAF478692}" type="pres">
      <dgm:prSet presAssocID="{9A32BDD9-1A6D-4ABC-BAED-C40D58F7B9B0}" presName="Name17" presStyleLbl="parChTrans1D3" presStyleIdx="1" presStyleCnt="7"/>
      <dgm:spPr/>
    </dgm:pt>
    <dgm:pt modelId="{E722A7CD-6835-4F8F-82ED-7FDE572B5ADE}" type="pres">
      <dgm:prSet presAssocID="{70D10418-5D02-4886-8799-0BEF698766E4}" presName="hierRoot3" presStyleCnt="0"/>
      <dgm:spPr/>
    </dgm:pt>
    <dgm:pt modelId="{4968F6F7-3255-46D5-808B-05536CF1FDDE}" type="pres">
      <dgm:prSet presAssocID="{70D10418-5D02-4886-8799-0BEF698766E4}" presName="composite3" presStyleCnt="0"/>
      <dgm:spPr/>
    </dgm:pt>
    <dgm:pt modelId="{093B64AB-5FBE-4F36-A4C9-66D4FAF4CB02}" type="pres">
      <dgm:prSet presAssocID="{70D10418-5D02-4886-8799-0BEF698766E4}" presName="background3" presStyleLbl="node3" presStyleIdx="1" presStyleCnt="7"/>
      <dgm:spPr>
        <a:solidFill>
          <a:srgbClr val="FFC000"/>
        </a:solidFill>
      </dgm:spPr>
    </dgm:pt>
    <dgm:pt modelId="{9201E219-EFD4-4722-9227-F48DA111CEBB}" type="pres">
      <dgm:prSet presAssocID="{70D10418-5D02-4886-8799-0BEF698766E4}" presName="text3" presStyleLbl="fgAcc3" presStyleIdx="1" presStyleCnt="7" custScaleX="229486" custScaleY="134288">
        <dgm:presLayoutVars>
          <dgm:chPref val="3"/>
        </dgm:presLayoutVars>
      </dgm:prSet>
      <dgm:spPr/>
    </dgm:pt>
    <dgm:pt modelId="{47127987-A5AA-4699-9205-D1862B9E4300}" type="pres">
      <dgm:prSet presAssocID="{70D10418-5D02-4886-8799-0BEF698766E4}" presName="hierChild4" presStyleCnt="0"/>
      <dgm:spPr/>
    </dgm:pt>
    <dgm:pt modelId="{006B3015-1D99-485A-96B2-E4B12A54CED7}" type="pres">
      <dgm:prSet presAssocID="{D5F45A6B-4C36-4212-A321-19BC493FE189}" presName="Name17" presStyleLbl="parChTrans1D3" presStyleIdx="2" presStyleCnt="7"/>
      <dgm:spPr/>
    </dgm:pt>
    <dgm:pt modelId="{A51680D7-9E44-40A9-AECC-F79E450C233F}" type="pres">
      <dgm:prSet presAssocID="{E65D93B0-3EA3-4934-BFE1-9B9FF1C53C02}" presName="hierRoot3" presStyleCnt="0"/>
      <dgm:spPr/>
    </dgm:pt>
    <dgm:pt modelId="{BE13C09E-BEDF-44AE-9024-CCD4BBBDC83E}" type="pres">
      <dgm:prSet presAssocID="{E65D93B0-3EA3-4934-BFE1-9B9FF1C53C02}" presName="composite3" presStyleCnt="0"/>
      <dgm:spPr/>
    </dgm:pt>
    <dgm:pt modelId="{7BCE1CEB-F5E2-4946-9C4A-DD0FF0C913DA}" type="pres">
      <dgm:prSet presAssocID="{E65D93B0-3EA3-4934-BFE1-9B9FF1C53C02}" presName="background3" presStyleLbl="node3" presStyleIdx="2" presStyleCnt="7"/>
      <dgm:spPr>
        <a:solidFill>
          <a:srgbClr val="FFC000"/>
        </a:solidFill>
        <a:ln>
          <a:solidFill>
            <a:srgbClr val="FFC000"/>
          </a:solidFill>
        </a:ln>
      </dgm:spPr>
    </dgm:pt>
    <dgm:pt modelId="{8EE14A48-9A41-4BB9-AD87-FB4CB56D37F1}" type="pres">
      <dgm:prSet presAssocID="{E65D93B0-3EA3-4934-BFE1-9B9FF1C53C02}" presName="text3" presStyleLbl="fgAcc3" presStyleIdx="2" presStyleCnt="7" custScaleX="178809" custScaleY="137600">
        <dgm:presLayoutVars>
          <dgm:chPref val="3"/>
        </dgm:presLayoutVars>
      </dgm:prSet>
      <dgm:spPr/>
    </dgm:pt>
    <dgm:pt modelId="{183A804A-AA9F-46E1-A698-DB4C9D06FD4D}" type="pres">
      <dgm:prSet presAssocID="{E65D93B0-3EA3-4934-BFE1-9B9FF1C53C02}" presName="hierChild4" presStyleCnt="0"/>
      <dgm:spPr/>
    </dgm:pt>
    <dgm:pt modelId="{08D91D77-76F3-4D81-B807-DAF6B7402A63}" type="pres">
      <dgm:prSet presAssocID="{B6CD73AC-230F-4F97-AA6F-09ACE683D226}" presName="Name17" presStyleLbl="parChTrans1D3" presStyleIdx="3" presStyleCnt="7"/>
      <dgm:spPr/>
    </dgm:pt>
    <dgm:pt modelId="{69065F18-8DC0-4543-AD98-ADCD30EB1769}" type="pres">
      <dgm:prSet presAssocID="{DF606ED5-FC8A-4A9F-A315-C30408836820}" presName="hierRoot3" presStyleCnt="0"/>
      <dgm:spPr/>
    </dgm:pt>
    <dgm:pt modelId="{C197973F-F9C9-4A6B-8CE9-EB7CD91A46EF}" type="pres">
      <dgm:prSet presAssocID="{DF606ED5-FC8A-4A9F-A315-C30408836820}" presName="composite3" presStyleCnt="0"/>
      <dgm:spPr/>
    </dgm:pt>
    <dgm:pt modelId="{07E80747-046E-4236-A780-47EFA70C6EF9}" type="pres">
      <dgm:prSet presAssocID="{DF606ED5-FC8A-4A9F-A315-C30408836820}" presName="background3" presStyleLbl="node3" presStyleIdx="3" presStyleCnt="7"/>
      <dgm:spPr>
        <a:solidFill>
          <a:srgbClr val="FFC000"/>
        </a:solidFill>
      </dgm:spPr>
    </dgm:pt>
    <dgm:pt modelId="{FCF884C9-494C-4B56-8BA4-B445D34466F8}" type="pres">
      <dgm:prSet presAssocID="{DF606ED5-FC8A-4A9F-A315-C30408836820}" presName="text3" presStyleLbl="fgAcc3" presStyleIdx="3" presStyleCnt="7" custScaleX="138261" custScaleY="125041">
        <dgm:presLayoutVars>
          <dgm:chPref val="3"/>
        </dgm:presLayoutVars>
      </dgm:prSet>
      <dgm:spPr/>
    </dgm:pt>
    <dgm:pt modelId="{B5C06838-02F4-41D4-8365-822399CE62C9}" type="pres">
      <dgm:prSet presAssocID="{DF606ED5-FC8A-4A9F-A315-C30408836820}" presName="hierChild4" presStyleCnt="0"/>
      <dgm:spPr/>
    </dgm:pt>
    <dgm:pt modelId="{2C58B556-4C0D-465D-9026-A9750B3AA924}" type="pres">
      <dgm:prSet presAssocID="{2A6E9435-C3A5-49CF-96F8-9071C10E4622}" presName="Name17" presStyleLbl="parChTrans1D3" presStyleIdx="4" presStyleCnt="7"/>
      <dgm:spPr/>
    </dgm:pt>
    <dgm:pt modelId="{A50727BF-9113-4E18-A835-FA095D0331B4}" type="pres">
      <dgm:prSet presAssocID="{8607C3B0-E535-4513-95BF-C75E5EBEE337}" presName="hierRoot3" presStyleCnt="0"/>
      <dgm:spPr/>
    </dgm:pt>
    <dgm:pt modelId="{3D0DBE3F-CB16-425B-B773-3D33E7D3751D}" type="pres">
      <dgm:prSet presAssocID="{8607C3B0-E535-4513-95BF-C75E5EBEE337}" presName="composite3" presStyleCnt="0"/>
      <dgm:spPr/>
    </dgm:pt>
    <dgm:pt modelId="{CC3FA9A3-2C7F-414B-AF08-BC49043740DD}" type="pres">
      <dgm:prSet presAssocID="{8607C3B0-E535-4513-95BF-C75E5EBEE337}" presName="background3" presStyleLbl="node3" presStyleIdx="4" presStyleCnt="7"/>
      <dgm:spPr>
        <a:solidFill>
          <a:srgbClr val="FF0000"/>
        </a:solidFill>
      </dgm:spPr>
    </dgm:pt>
    <dgm:pt modelId="{2E22B19F-B076-4A90-AA5E-C458674391FA}" type="pres">
      <dgm:prSet presAssocID="{8607C3B0-E535-4513-95BF-C75E5EBEE337}" presName="text3" presStyleLbl="fgAcc3" presStyleIdx="4" presStyleCnt="7" custScaleX="122582" custScaleY="125041">
        <dgm:presLayoutVars>
          <dgm:chPref val="3"/>
        </dgm:presLayoutVars>
      </dgm:prSet>
      <dgm:spPr/>
    </dgm:pt>
    <dgm:pt modelId="{5D60553A-D2F5-4EC6-BFA6-D1B757A35DCC}" type="pres">
      <dgm:prSet presAssocID="{8607C3B0-E535-4513-95BF-C75E5EBEE337}" presName="hierChild4" presStyleCnt="0"/>
      <dgm:spPr/>
    </dgm:pt>
    <dgm:pt modelId="{91C8A020-EFF4-4FBF-9CCE-4621E01C4517}" type="pres">
      <dgm:prSet presAssocID="{E774D12E-E458-46E1-8ADB-07DC74F0D825}" presName="Name17" presStyleLbl="parChTrans1D3" presStyleIdx="5" presStyleCnt="7"/>
      <dgm:spPr/>
    </dgm:pt>
    <dgm:pt modelId="{082FE14A-3406-4A67-95EB-F69A48800B99}" type="pres">
      <dgm:prSet presAssocID="{E20BB9D6-B583-43BD-BEA8-0C36414E25BF}" presName="hierRoot3" presStyleCnt="0"/>
      <dgm:spPr/>
    </dgm:pt>
    <dgm:pt modelId="{E7164882-4D95-4370-9435-30A797242E4E}" type="pres">
      <dgm:prSet presAssocID="{E20BB9D6-B583-43BD-BEA8-0C36414E25BF}" presName="composite3" presStyleCnt="0"/>
      <dgm:spPr/>
    </dgm:pt>
    <dgm:pt modelId="{290B55BD-187B-4E1B-9150-4F6F040AF00F}" type="pres">
      <dgm:prSet presAssocID="{E20BB9D6-B583-43BD-BEA8-0C36414E25BF}" presName="background3" presStyleLbl="node3" presStyleIdx="5" presStyleCnt="7"/>
      <dgm:spPr>
        <a:solidFill>
          <a:srgbClr val="FF0000"/>
        </a:solidFill>
      </dgm:spPr>
    </dgm:pt>
    <dgm:pt modelId="{37C93C72-0396-4F51-95A2-40A3793DD659}" type="pres">
      <dgm:prSet presAssocID="{E20BB9D6-B583-43BD-BEA8-0C36414E25BF}" presName="text3" presStyleLbl="fgAcc3" presStyleIdx="5" presStyleCnt="7" custScaleX="127114" custScaleY="125040">
        <dgm:presLayoutVars>
          <dgm:chPref val="3"/>
        </dgm:presLayoutVars>
      </dgm:prSet>
      <dgm:spPr/>
    </dgm:pt>
    <dgm:pt modelId="{7EB7A4D7-06AA-4774-9CE5-FE60570F95D1}" type="pres">
      <dgm:prSet presAssocID="{E20BB9D6-B583-43BD-BEA8-0C36414E25BF}" presName="hierChild4" presStyleCnt="0"/>
      <dgm:spPr/>
    </dgm:pt>
    <dgm:pt modelId="{CE0B00F0-4909-4994-AD5A-E550FD8CE2A1}" type="pres">
      <dgm:prSet presAssocID="{DDEC4843-5BEE-407E-A266-186E320F3566}" presName="Name17" presStyleLbl="parChTrans1D3" presStyleIdx="6" presStyleCnt="7"/>
      <dgm:spPr/>
    </dgm:pt>
    <dgm:pt modelId="{2EB7BA70-E01E-4D73-AF99-784E40322C73}" type="pres">
      <dgm:prSet presAssocID="{97E98F50-E99E-4C50-B6BC-BEFBE5C3F9DA}" presName="hierRoot3" presStyleCnt="0"/>
      <dgm:spPr/>
    </dgm:pt>
    <dgm:pt modelId="{96CF4501-5E54-4314-996F-BFC67822D5BE}" type="pres">
      <dgm:prSet presAssocID="{97E98F50-E99E-4C50-B6BC-BEFBE5C3F9DA}" presName="composite3" presStyleCnt="0"/>
      <dgm:spPr/>
    </dgm:pt>
    <dgm:pt modelId="{718E7491-FAD7-46DE-8570-62E46EEDB1EC}" type="pres">
      <dgm:prSet presAssocID="{97E98F50-E99E-4C50-B6BC-BEFBE5C3F9DA}" presName="background3" presStyleLbl="node3" presStyleIdx="6" presStyleCnt="7"/>
      <dgm:spPr>
        <a:solidFill>
          <a:srgbClr val="FF0000"/>
        </a:solidFill>
      </dgm:spPr>
    </dgm:pt>
    <dgm:pt modelId="{1D408064-BE5B-493B-B001-D3B5250581CF}" type="pres">
      <dgm:prSet presAssocID="{97E98F50-E99E-4C50-B6BC-BEFBE5C3F9DA}" presName="text3" presStyleLbl="fgAcc3" presStyleIdx="6" presStyleCnt="7" custScaleX="138998" custScaleY="125041">
        <dgm:presLayoutVars>
          <dgm:chPref val="3"/>
        </dgm:presLayoutVars>
      </dgm:prSet>
      <dgm:spPr/>
    </dgm:pt>
    <dgm:pt modelId="{B2018D7A-189F-4749-9BFE-4893DABD9A9F}" type="pres">
      <dgm:prSet presAssocID="{97E98F50-E99E-4C50-B6BC-BEFBE5C3F9DA}" presName="hierChild4" presStyleCnt="0"/>
      <dgm:spPr/>
    </dgm:pt>
  </dgm:ptLst>
  <dgm:cxnLst>
    <dgm:cxn modelId="{B464F908-186B-4041-8262-385624C6B1B2}" type="presOf" srcId="{F62FA35B-E74D-4734-A77C-D244DAED799C}" destId="{53A25FEB-9FBB-428E-B638-5AFD13EC6479}" srcOrd="0" destOrd="0" presId="urn:microsoft.com/office/officeart/2005/8/layout/hierarchy1"/>
    <dgm:cxn modelId="{80D52527-4829-4AAB-BD10-560FE5C31D29}" type="presOf" srcId="{9A32BDD9-1A6D-4ABC-BAED-C40D58F7B9B0}" destId="{2B10BB76-8FEB-4597-B2BC-061EAF478692}" srcOrd="0" destOrd="0" presId="urn:microsoft.com/office/officeart/2005/8/layout/hierarchy1"/>
    <dgm:cxn modelId="{2E03D727-CF11-4BDA-8343-57B33F0F5B5C}" srcId="{40AD5D0C-DFE4-495B-8749-3AE384784B38}" destId="{E20BB9D6-B583-43BD-BEA8-0C36414E25BF}" srcOrd="5" destOrd="0" parTransId="{E774D12E-E458-46E1-8ADB-07DC74F0D825}" sibTransId="{32B845AB-F61D-45DF-905F-E094133B12A7}"/>
    <dgm:cxn modelId="{CBEB162B-CAD9-432A-91E9-1F3F691CD827}" srcId="{40AD5D0C-DFE4-495B-8749-3AE384784B38}" destId="{97E98F50-E99E-4C50-B6BC-BEFBE5C3F9DA}" srcOrd="6" destOrd="0" parTransId="{DDEC4843-5BEE-407E-A266-186E320F3566}" sibTransId="{53C73C98-1FCC-4770-BDFA-DC204A917EDF}"/>
    <dgm:cxn modelId="{4CBD503D-E02E-470B-8889-BED6970579E9}" srcId="{40AD5D0C-DFE4-495B-8749-3AE384784B38}" destId="{E65D93B0-3EA3-4934-BFE1-9B9FF1C53C02}" srcOrd="2" destOrd="0" parTransId="{D5F45A6B-4C36-4212-A321-19BC493FE189}" sibTransId="{7D7E874C-F0ED-45FA-9621-7E7EC8B2C392}"/>
    <dgm:cxn modelId="{93565243-0930-45A5-9E30-B7016CE2E30A}" srcId="{40AD5D0C-DFE4-495B-8749-3AE384784B38}" destId="{DF606ED5-FC8A-4A9F-A315-C30408836820}" srcOrd="3" destOrd="0" parTransId="{B6CD73AC-230F-4F97-AA6F-09ACE683D226}" sibTransId="{BC157874-E10A-42F9-B5E6-4F612547F0DE}"/>
    <dgm:cxn modelId="{6D4DA563-4BBC-45A2-B47A-CC7BD8CCC14F}" srcId="{40AD5D0C-DFE4-495B-8749-3AE384784B38}" destId="{270B1B10-02A2-4A8A-AE61-82EFEAE8B88C}" srcOrd="0" destOrd="0" parTransId="{0400210D-42FC-41B2-820F-A5E54627F6F5}" sibTransId="{E7108E52-CA7B-4C23-9B12-5BB6C7B91484}"/>
    <dgm:cxn modelId="{B50B3648-8EE6-4C26-A95A-1F4221C8B1B3}" type="presOf" srcId="{E7218331-1559-4C10-9354-48A29B7DC56E}" destId="{652D255D-9940-4BF2-8203-0752A34D6F4E}" srcOrd="0" destOrd="0" presId="urn:microsoft.com/office/officeart/2005/8/layout/hierarchy1"/>
    <dgm:cxn modelId="{E2946253-9195-44ED-800B-B0D68791DAC7}" type="presOf" srcId="{40AD5D0C-DFE4-495B-8749-3AE384784B38}" destId="{850646A0-0F3A-4C26-9EF2-51884CB736E7}" srcOrd="0" destOrd="0" presId="urn:microsoft.com/office/officeart/2005/8/layout/hierarchy1"/>
    <dgm:cxn modelId="{3B4F1C56-E62F-4459-8A93-6F594F18ADD0}" type="presOf" srcId="{3AA62317-9C84-4DBD-9E21-76E7C4DA1234}" destId="{B2D8B2D1-71C5-4444-A554-6E196C19A22C}" srcOrd="0" destOrd="0" presId="urn:microsoft.com/office/officeart/2005/8/layout/hierarchy1"/>
    <dgm:cxn modelId="{7E8C1487-84F6-4A97-8D45-C19A64372764}" type="presOf" srcId="{DDEC4843-5BEE-407E-A266-186E320F3566}" destId="{CE0B00F0-4909-4994-AD5A-E550FD8CE2A1}" srcOrd="0" destOrd="0" presId="urn:microsoft.com/office/officeart/2005/8/layout/hierarchy1"/>
    <dgm:cxn modelId="{7D2A9188-3ADE-4C19-B7B6-1E3B07B1D246}" type="presOf" srcId="{E65D93B0-3EA3-4934-BFE1-9B9FF1C53C02}" destId="{8EE14A48-9A41-4BB9-AD87-FB4CB56D37F1}" srcOrd="0" destOrd="0" presId="urn:microsoft.com/office/officeart/2005/8/layout/hierarchy1"/>
    <dgm:cxn modelId="{FB08DF8B-8BFC-40EF-A9C0-7911A9195A96}" srcId="{40AD5D0C-DFE4-495B-8749-3AE384784B38}" destId="{70D10418-5D02-4886-8799-0BEF698766E4}" srcOrd="1" destOrd="0" parTransId="{9A32BDD9-1A6D-4ABC-BAED-C40D58F7B9B0}" sibTransId="{861A6218-BB04-44AA-8CA5-BB9570528321}"/>
    <dgm:cxn modelId="{2E78EC92-373C-43A4-BC1C-C91C4BFF1503}" type="presOf" srcId="{E20BB9D6-B583-43BD-BEA8-0C36414E25BF}" destId="{37C93C72-0396-4F51-95A2-40A3793DD659}" srcOrd="0" destOrd="0" presId="urn:microsoft.com/office/officeart/2005/8/layout/hierarchy1"/>
    <dgm:cxn modelId="{80275193-AC45-4BED-9933-8B75C21ADEC4}" srcId="{F62FA35B-E74D-4734-A77C-D244DAED799C}" destId="{E7218331-1559-4C10-9354-48A29B7DC56E}" srcOrd="0" destOrd="0" parTransId="{64FE8BFB-2C10-4F94-852B-DDBC5A26AABA}" sibTransId="{04280859-2C7D-4CD1-8642-B1E80A33560A}"/>
    <dgm:cxn modelId="{41B8619D-94B9-4F23-85D0-6B90FD9E1AFF}" type="presOf" srcId="{0400210D-42FC-41B2-820F-A5E54627F6F5}" destId="{4D003DAF-5CCC-4E18-AA6D-3DBAB42F66EB}" srcOrd="0" destOrd="0" presId="urn:microsoft.com/office/officeart/2005/8/layout/hierarchy1"/>
    <dgm:cxn modelId="{5DB398A6-61D5-4E04-91E3-86A0BE67C9CE}" type="presOf" srcId="{DF606ED5-FC8A-4A9F-A315-C30408836820}" destId="{FCF884C9-494C-4B56-8BA4-B445D34466F8}" srcOrd="0" destOrd="0" presId="urn:microsoft.com/office/officeart/2005/8/layout/hierarchy1"/>
    <dgm:cxn modelId="{13414BAB-ABFA-4271-9F03-4674DC342077}" type="presOf" srcId="{B6CD73AC-230F-4F97-AA6F-09ACE683D226}" destId="{08D91D77-76F3-4D81-B807-DAF6B7402A63}" srcOrd="0" destOrd="0" presId="urn:microsoft.com/office/officeart/2005/8/layout/hierarchy1"/>
    <dgm:cxn modelId="{5F0E72AB-0D5B-49E1-B162-DC7FDE1ACBEE}" srcId="{E7218331-1559-4C10-9354-48A29B7DC56E}" destId="{5D7EBEEF-AF17-4A84-951C-72172A1E1B16}" srcOrd="0" destOrd="0" parTransId="{3AA62317-9C84-4DBD-9E21-76E7C4DA1234}" sibTransId="{233F38B8-7B29-44EE-B4FF-4E7A97E4540D}"/>
    <dgm:cxn modelId="{4FE659B7-F75C-4F32-8931-CD5B31DA3414}" type="presOf" srcId="{2A6E9435-C3A5-49CF-96F8-9071C10E4622}" destId="{2C58B556-4C0D-465D-9026-A9750B3AA924}" srcOrd="0" destOrd="0" presId="urn:microsoft.com/office/officeart/2005/8/layout/hierarchy1"/>
    <dgm:cxn modelId="{C93B36BB-AD67-49E8-B16A-F11F7B069BB6}" type="presOf" srcId="{FC753835-1559-4F75-8CB8-9138A81EBE38}" destId="{C1D554E7-6F09-42DC-8E1E-5745F408639E}" srcOrd="0" destOrd="0" presId="urn:microsoft.com/office/officeart/2005/8/layout/hierarchy1"/>
    <dgm:cxn modelId="{DA90FEC0-ADD9-446E-BB66-DE2FB29E35FD}" type="presOf" srcId="{70D10418-5D02-4886-8799-0BEF698766E4}" destId="{9201E219-EFD4-4722-9227-F48DA111CEBB}" srcOrd="0" destOrd="0" presId="urn:microsoft.com/office/officeart/2005/8/layout/hierarchy1"/>
    <dgm:cxn modelId="{D16072C8-F2D6-466E-8B95-BEE08DFFCF9A}" type="presOf" srcId="{270B1B10-02A2-4A8A-AE61-82EFEAE8B88C}" destId="{64B6E8CA-602F-48A8-BCEC-8981394D6DF8}" srcOrd="0" destOrd="0" presId="urn:microsoft.com/office/officeart/2005/8/layout/hierarchy1"/>
    <dgm:cxn modelId="{3057AECD-0E8F-4D2B-AB0B-53FFCD401D88}" type="presOf" srcId="{5D7EBEEF-AF17-4A84-951C-72172A1E1B16}" destId="{C5760CBA-6AE5-4CA6-BA26-F4190900D3F3}" srcOrd="0" destOrd="0" presId="urn:microsoft.com/office/officeart/2005/8/layout/hierarchy1"/>
    <dgm:cxn modelId="{553050D5-FE29-4353-A12F-0D9E7AC65E9B}" type="presOf" srcId="{E774D12E-E458-46E1-8ADB-07DC74F0D825}" destId="{91C8A020-EFF4-4FBF-9CCE-4621E01C4517}" srcOrd="0" destOrd="0" presId="urn:microsoft.com/office/officeart/2005/8/layout/hierarchy1"/>
    <dgm:cxn modelId="{078E67D9-15D1-476E-8B39-F769596AB0B4}" srcId="{E7218331-1559-4C10-9354-48A29B7DC56E}" destId="{40AD5D0C-DFE4-495B-8749-3AE384784B38}" srcOrd="2" destOrd="0" parTransId="{FC753835-1559-4F75-8CB8-9138A81EBE38}" sibTransId="{D746704D-146A-41D2-B1D5-36969194F3D5}"/>
    <dgm:cxn modelId="{80805BE1-FA4B-47DA-9DC8-E97D559E33CA}" type="presOf" srcId="{8607C3B0-E535-4513-95BF-C75E5EBEE337}" destId="{2E22B19F-B076-4A90-AA5E-C458674391FA}" srcOrd="0" destOrd="0" presId="urn:microsoft.com/office/officeart/2005/8/layout/hierarchy1"/>
    <dgm:cxn modelId="{F99F70E1-F9AB-474A-BB21-C292EC8A7022}" srcId="{40AD5D0C-DFE4-495B-8749-3AE384784B38}" destId="{8607C3B0-E535-4513-95BF-C75E5EBEE337}" srcOrd="4" destOrd="0" parTransId="{2A6E9435-C3A5-49CF-96F8-9071C10E4622}" sibTransId="{9574D541-42A6-441B-AF3B-BF9CAA773505}"/>
    <dgm:cxn modelId="{E4B222E2-0C2E-4786-9DC9-3B5BED0B7044}" type="presOf" srcId="{97E98F50-E99E-4C50-B6BC-BEFBE5C3F9DA}" destId="{1D408064-BE5B-493B-B001-D3B5250581CF}" srcOrd="0" destOrd="0" presId="urn:microsoft.com/office/officeart/2005/8/layout/hierarchy1"/>
    <dgm:cxn modelId="{696644E2-8794-439A-9EC6-AD05740301D7}" srcId="{E7218331-1559-4C10-9354-48A29B7DC56E}" destId="{BB99A985-BF74-4D44-9BFF-08F11D5DF659}" srcOrd="1" destOrd="0" parTransId="{B6DAEF73-EE62-4732-9C16-ED7A4E984EB0}" sibTransId="{7B507A90-CBCE-4FF1-AFAC-86ADBA991303}"/>
    <dgm:cxn modelId="{16AD9AF3-8BC5-47E0-B5D6-147062E05A69}" type="presOf" srcId="{BB99A985-BF74-4D44-9BFF-08F11D5DF659}" destId="{FB66473E-C0FC-4B98-959F-43A3FCA4F677}" srcOrd="0" destOrd="0" presId="urn:microsoft.com/office/officeart/2005/8/layout/hierarchy1"/>
    <dgm:cxn modelId="{A68AC3FC-D6CE-43F4-8AE9-F30078E92D1E}" type="presOf" srcId="{D5F45A6B-4C36-4212-A321-19BC493FE189}" destId="{006B3015-1D99-485A-96B2-E4B12A54CED7}" srcOrd="0" destOrd="0" presId="urn:microsoft.com/office/officeart/2005/8/layout/hierarchy1"/>
    <dgm:cxn modelId="{E857C9FC-3A57-4C95-A562-8F54B927B8DF}" type="presOf" srcId="{B6DAEF73-EE62-4732-9C16-ED7A4E984EB0}" destId="{7936D551-BDFA-4534-8E60-B71FADC545CC}" srcOrd="0" destOrd="0" presId="urn:microsoft.com/office/officeart/2005/8/layout/hierarchy1"/>
    <dgm:cxn modelId="{09CC4020-CA68-4008-95B0-49DAC9E68BDF}" type="presParOf" srcId="{53A25FEB-9FBB-428E-B638-5AFD13EC6479}" destId="{DA2113EF-28B6-4AF5-A8D8-FCE0B30D4155}" srcOrd="0" destOrd="0" presId="urn:microsoft.com/office/officeart/2005/8/layout/hierarchy1"/>
    <dgm:cxn modelId="{2D957BB2-06F8-4956-812C-96A2ECE18BF2}" type="presParOf" srcId="{DA2113EF-28B6-4AF5-A8D8-FCE0B30D4155}" destId="{3C83F3C9-FB6E-4CA2-9BC5-179E9E3CC29F}" srcOrd="0" destOrd="0" presId="urn:microsoft.com/office/officeart/2005/8/layout/hierarchy1"/>
    <dgm:cxn modelId="{9D1A51D7-7487-4E1E-B115-42BF2CC58EDF}" type="presParOf" srcId="{3C83F3C9-FB6E-4CA2-9BC5-179E9E3CC29F}" destId="{A5784130-EA48-4387-B2DE-53F4D5E09B4E}" srcOrd="0" destOrd="0" presId="urn:microsoft.com/office/officeart/2005/8/layout/hierarchy1"/>
    <dgm:cxn modelId="{FDAC5D16-210C-4659-9CF2-28568C903E46}" type="presParOf" srcId="{3C83F3C9-FB6E-4CA2-9BC5-179E9E3CC29F}" destId="{652D255D-9940-4BF2-8203-0752A34D6F4E}" srcOrd="1" destOrd="0" presId="urn:microsoft.com/office/officeart/2005/8/layout/hierarchy1"/>
    <dgm:cxn modelId="{5CEBEB3A-34E6-4B3D-B7C0-22873DB98C32}" type="presParOf" srcId="{DA2113EF-28B6-4AF5-A8D8-FCE0B30D4155}" destId="{F1BC35E7-36F2-46A7-97EE-7893CA0D2405}" srcOrd="1" destOrd="0" presId="urn:microsoft.com/office/officeart/2005/8/layout/hierarchy1"/>
    <dgm:cxn modelId="{9D034C93-96FC-4A89-9A1A-14669962AA96}" type="presParOf" srcId="{F1BC35E7-36F2-46A7-97EE-7893CA0D2405}" destId="{B2D8B2D1-71C5-4444-A554-6E196C19A22C}" srcOrd="0" destOrd="0" presId="urn:microsoft.com/office/officeart/2005/8/layout/hierarchy1"/>
    <dgm:cxn modelId="{646808F8-0D19-488C-B173-0E3D53C37A4B}" type="presParOf" srcId="{F1BC35E7-36F2-46A7-97EE-7893CA0D2405}" destId="{E46488A1-E005-4392-AF11-D04ABCA6FE6D}" srcOrd="1" destOrd="0" presId="urn:microsoft.com/office/officeart/2005/8/layout/hierarchy1"/>
    <dgm:cxn modelId="{8CC301A0-A219-4DE0-9E1C-730E8B8F09F9}" type="presParOf" srcId="{E46488A1-E005-4392-AF11-D04ABCA6FE6D}" destId="{024637F9-6723-4F22-8AA4-79D0DEBA8163}" srcOrd="0" destOrd="0" presId="urn:microsoft.com/office/officeart/2005/8/layout/hierarchy1"/>
    <dgm:cxn modelId="{00198086-D940-4FB2-8581-7C5DE4C995B5}" type="presParOf" srcId="{024637F9-6723-4F22-8AA4-79D0DEBA8163}" destId="{BDFAC2D7-099E-49B8-80D8-382D86B50C98}" srcOrd="0" destOrd="0" presId="urn:microsoft.com/office/officeart/2005/8/layout/hierarchy1"/>
    <dgm:cxn modelId="{62AC1058-91C1-441A-BE18-4ADACA17A911}" type="presParOf" srcId="{024637F9-6723-4F22-8AA4-79D0DEBA8163}" destId="{C5760CBA-6AE5-4CA6-BA26-F4190900D3F3}" srcOrd="1" destOrd="0" presId="urn:microsoft.com/office/officeart/2005/8/layout/hierarchy1"/>
    <dgm:cxn modelId="{1A8E9801-6237-4BDF-9E10-8F572DA7B962}" type="presParOf" srcId="{E46488A1-E005-4392-AF11-D04ABCA6FE6D}" destId="{374773AD-E6ED-43CB-A128-34864A16D2A5}" srcOrd="1" destOrd="0" presId="urn:microsoft.com/office/officeart/2005/8/layout/hierarchy1"/>
    <dgm:cxn modelId="{FA76AABF-B1F4-4551-AB55-354E72B737B8}" type="presParOf" srcId="{F1BC35E7-36F2-46A7-97EE-7893CA0D2405}" destId="{7936D551-BDFA-4534-8E60-B71FADC545CC}" srcOrd="2" destOrd="0" presId="urn:microsoft.com/office/officeart/2005/8/layout/hierarchy1"/>
    <dgm:cxn modelId="{0A3086F8-C945-4DF8-AF3A-75444A987A35}" type="presParOf" srcId="{F1BC35E7-36F2-46A7-97EE-7893CA0D2405}" destId="{010E4DC4-B570-4635-9B83-CE88C5DE728A}" srcOrd="3" destOrd="0" presId="urn:microsoft.com/office/officeart/2005/8/layout/hierarchy1"/>
    <dgm:cxn modelId="{3AF3C8F8-4BBC-46B4-A4D2-1674497BB802}" type="presParOf" srcId="{010E4DC4-B570-4635-9B83-CE88C5DE728A}" destId="{3AD3D924-98FB-4468-BEAD-899CD182980D}" srcOrd="0" destOrd="0" presId="urn:microsoft.com/office/officeart/2005/8/layout/hierarchy1"/>
    <dgm:cxn modelId="{409081C0-8BF1-45CB-AE88-227789879A1F}" type="presParOf" srcId="{3AD3D924-98FB-4468-BEAD-899CD182980D}" destId="{3E300455-A7DE-418E-9F4B-13E09099E1E2}" srcOrd="0" destOrd="0" presId="urn:microsoft.com/office/officeart/2005/8/layout/hierarchy1"/>
    <dgm:cxn modelId="{A2AA1418-2C8C-459C-9EB7-3294E49AD2EF}" type="presParOf" srcId="{3AD3D924-98FB-4468-BEAD-899CD182980D}" destId="{FB66473E-C0FC-4B98-959F-43A3FCA4F677}" srcOrd="1" destOrd="0" presId="urn:microsoft.com/office/officeart/2005/8/layout/hierarchy1"/>
    <dgm:cxn modelId="{F0332A31-4806-42D9-9842-F7C38BD6129F}" type="presParOf" srcId="{010E4DC4-B570-4635-9B83-CE88C5DE728A}" destId="{C9C43FC4-D198-4917-B52D-8093BFD336BA}" srcOrd="1" destOrd="0" presId="urn:microsoft.com/office/officeart/2005/8/layout/hierarchy1"/>
    <dgm:cxn modelId="{ED2DA44C-7F98-4502-9171-A81B5B1F3D11}" type="presParOf" srcId="{F1BC35E7-36F2-46A7-97EE-7893CA0D2405}" destId="{C1D554E7-6F09-42DC-8E1E-5745F408639E}" srcOrd="4" destOrd="0" presId="urn:microsoft.com/office/officeart/2005/8/layout/hierarchy1"/>
    <dgm:cxn modelId="{640E8CD1-2891-4D6B-831A-8B9263609C64}" type="presParOf" srcId="{F1BC35E7-36F2-46A7-97EE-7893CA0D2405}" destId="{5B5E99B0-BE99-475E-91A0-8796FE65E156}" srcOrd="5" destOrd="0" presId="urn:microsoft.com/office/officeart/2005/8/layout/hierarchy1"/>
    <dgm:cxn modelId="{3BF02787-930E-4CC5-8B07-1BF3A4A99589}" type="presParOf" srcId="{5B5E99B0-BE99-475E-91A0-8796FE65E156}" destId="{240C7EAE-8A6E-4025-9520-C19E9EFC1A85}" srcOrd="0" destOrd="0" presId="urn:microsoft.com/office/officeart/2005/8/layout/hierarchy1"/>
    <dgm:cxn modelId="{F0357176-D2D7-42B2-95CD-2ABF02A4FA70}" type="presParOf" srcId="{240C7EAE-8A6E-4025-9520-C19E9EFC1A85}" destId="{86D68BFC-6FC5-4BEE-8AD4-9D952FA4E986}" srcOrd="0" destOrd="0" presId="urn:microsoft.com/office/officeart/2005/8/layout/hierarchy1"/>
    <dgm:cxn modelId="{6BFDE94E-68F8-4B6F-A279-E72968A02D40}" type="presParOf" srcId="{240C7EAE-8A6E-4025-9520-C19E9EFC1A85}" destId="{850646A0-0F3A-4C26-9EF2-51884CB736E7}" srcOrd="1" destOrd="0" presId="urn:microsoft.com/office/officeart/2005/8/layout/hierarchy1"/>
    <dgm:cxn modelId="{7C910920-3877-464F-A33D-B27A9B5142DB}" type="presParOf" srcId="{5B5E99B0-BE99-475E-91A0-8796FE65E156}" destId="{92B926A2-258A-42A6-9E23-4554F3379E76}" srcOrd="1" destOrd="0" presId="urn:microsoft.com/office/officeart/2005/8/layout/hierarchy1"/>
    <dgm:cxn modelId="{29F728E4-56E6-411B-91A5-28C90245057F}" type="presParOf" srcId="{92B926A2-258A-42A6-9E23-4554F3379E76}" destId="{4D003DAF-5CCC-4E18-AA6D-3DBAB42F66EB}" srcOrd="0" destOrd="0" presId="urn:microsoft.com/office/officeart/2005/8/layout/hierarchy1"/>
    <dgm:cxn modelId="{05A94542-FDF8-4191-8D61-4ADEBEF8E1D9}" type="presParOf" srcId="{92B926A2-258A-42A6-9E23-4554F3379E76}" destId="{78498DC4-6FF5-4910-8CBA-63348B6DBD21}" srcOrd="1" destOrd="0" presId="urn:microsoft.com/office/officeart/2005/8/layout/hierarchy1"/>
    <dgm:cxn modelId="{839AC00A-5D36-4EDE-B4B4-DB3DD7CD9391}" type="presParOf" srcId="{78498DC4-6FF5-4910-8CBA-63348B6DBD21}" destId="{B5A282D5-382E-47FF-AE22-112A115716D5}" srcOrd="0" destOrd="0" presId="urn:microsoft.com/office/officeart/2005/8/layout/hierarchy1"/>
    <dgm:cxn modelId="{C6CA88FB-130B-47D9-BBC0-C719CB03D658}" type="presParOf" srcId="{B5A282D5-382E-47FF-AE22-112A115716D5}" destId="{FB77678F-5828-4AE8-A3C8-009EDA366C0E}" srcOrd="0" destOrd="0" presId="urn:microsoft.com/office/officeart/2005/8/layout/hierarchy1"/>
    <dgm:cxn modelId="{7D83E898-57F5-4056-9D68-F530E2719B5E}" type="presParOf" srcId="{B5A282D5-382E-47FF-AE22-112A115716D5}" destId="{64B6E8CA-602F-48A8-BCEC-8981394D6DF8}" srcOrd="1" destOrd="0" presId="urn:microsoft.com/office/officeart/2005/8/layout/hierarchy1"/>
    <dgm:cxn modelId="{0460B7C1-24B5-4849-9681-41ABA50768F1}" type="presParOf" srcId="{78498DC4-6FF5-4910-8CBA-63348B6DBD21}" destId="{823C6A7E-6A9B-46EC-A008-68F4BEBB9E98}" srcOrd="1" destOrd="0" presId="urn:microsoft.com/office/officeart/2005/8/layout/hierarchy1"/>
    <dgm:cxn modelId="{E964A8E8-3FDE-401F-8CA6-55817FC89408}" type="presParOf" srcId="{92B926A2-258A-42A6-9E23-4554F3379E76}" destId="{2B10BB76-8FEB-4597-B2BC-061EAF478692}" srcOrd="2" destOrd="0" presId="urn:microsoft.com/office/officeart/2005/8/layout/hierarchy1"/>
    <dgm:cxn modelId="{8AA85377-2404-427E-9603-3F3C22D73163}" type="presParOf" srcId="{92B926A2-258A-42A6-9E23-4554F3379E76}" destId="{E722A7CD-6835-4F8F-82ED-7FDE572B5ADE}" srcOrd="3" destOrd="0" presId="urn:microsoft.com/office/officeart/2005/8/layout/hierarchy1"/>
    <dgm:cxn modelId="{E58F9D11-3B59-4BF4-A2CA-F4AB818B9282}" type="presParOf" srcId="{E722A7CD-6835-4F8F-82ED-7FDE572B5ADE}" destId="{4968F6F7-3255-46D5-808B-05536CF1FDDE}" srcOrd="0" destOrd="0" presId="urn:microsoft.com/office/officeart/2005/8/layout/hierarchy1"/>
    <dgm:cxn modelId="{2CBD1E18-A4FA-4C22-B2F3-2DC9090C69AD}" type="presParOf" srcId="{4968F6F7-3255-46D5-808B-05536CF1FDDE}" destId="{093B64AB-5FBE-4F36-A4C9-66D4FAF4CB02}" srcOrd="0" destOrd="0" presId="urn:microsoft.com/office/officeart/2005/8/layout/hierarchy1"/>
    <dgm:cxn modelId="{F0B28D5B-A035-4CA8-B3C6-673005B415B2}" type="presParOf" srcId="{4968F6F7-3255-46D5-808B-05536CF1FDDE}" destId="{9201E219-EFD4-4722-9227-F48DA111CEBB}" srcOrd="1" destOrd="0" presId="urn:microsoft.com/office/officeart/2005/8/layout/hierarchy1"/>
    <dgm:cxn modelId="{DAAE3392-9E91-4A31-B3B7-B9A6A7F45939}" type="presParOf" srcId="{E722A7CD-6835-4F8F-82ED-7FDE572B5ADE}" destId="{47127987-A5AA-4699-9205-D1862B9E4300}" srcOrd="1" destOrd="0" presId="urn:microsoft.com/office/officeart/2005/8/layout/hierarchy1"/>
    <dgm:cxn modelId="{763A751E-1FDF-4066-A8A8-FB3F43DD56FE}" type="presParOf" srcId="{92B926A2-258A-42A6-9E23-4554F3379E76}" destId="{006B3015-1D99-485A-96B2-E4B12A54CED7}" srcOrd="4" destOrd="0" presId="urn:microsoft.com/office/officeart/2005/8/layout/hierarchy1"/>
    <dgm:cxn modelId="{14C6C50C-5AA7-4CEC-BF77-3575A0A3F7F1}" type="presParOf" srcId="{92B926A2-258A-42A6-9E23-4554F3379E76}" destId="{A51680D7-9E44-40A9-AECC-F79E450C233F}" srcOrd="5" destOrd="0" presId="urn:microsoft.com/office/officeart/2005/8/layout/hierarchy1"/>
    <dgm:cxn modelId="{DA32A5BF-8E36-4E42-9F2F-20E50F12068E}" type="presParOf" srcId="{A51680D7-9E44-40A9-AECC-F79E450C233F}" destId="{BE13C09E-BEDF-44AE-9024-CCD4BBBDC83E}" srcOrd="0" destOrd="0" presId="urn:microsoft.com/office/officeart/2005/8/layout/hierarchy1"/>
    <dgm:cxn modelId="{FFCA8D13-6596-431E-B21C-1ACE1A30F2A9}" type="presParOf" srcId="{BE13C09E-BEDF-44AE-9024-CCD4BBBDC83E}" destId="{7BCE1CEB-F5E2-4946-9C4A-DD0FF0C913DA}" srcOrd="0" destOrd="0" presId="urn:microsoft.com/office/officeart/2005/8/layout/hierarchy1"/>
    <dgm:cxn modelId="{55C4D5C4-10C8-4B8B-B043-305839E930F3}" type="presParOf" srcId="{BE13C09E-BEDF-44AE-9024-CCD4BBBDC83E}" destId="{8EE14A48-9A41-4BB9-AD87-FB4CB56D37F1}" srcOrd="1" destOrd="0" presId="urn:microsoft.com/office/officeart/2005/8/layout/hierarchy1"/>
    <dgm:cxn modelId="{81E49576-0EC5-411E-BF58-AD6C3F6F3092}" type="presParOf" srcId="{A51680D7-9E44-40A9-AECC-F79E450C233F}" destId="{183A804A-AA9F-46E1-A698-DB4C9D06FD4D}" srcOrd="1" destOrd="0" presId="urn:microsoft.com/office/officeart/2005/8/layout/hierarchy1"/>
    <dgm:cxn modelId="{E2EF47E2-B2C5-44F6-BC57-20BB7B3A8839}" type="presParOf" srcId="{92B926A2-258A-42A6-9E23-4554F3379E76}" destId="{08D91D77-76F3-4D81-B807-DAF6B7402A63}" srcOrd="6" destOrd="0" presId="urn:microsoft.com/office/officeart/2005/8/layout/hierarchy1"/>
    <dgm:cxn modelId="{13E93A30-1A3C-487D-87EC-36EA181EB5FD}" type="presParOf" srcId="{92B926A2-258A-42A6-9E23-4554F3379E76}" destId="{69065F18-8DC0-4543-AD98-ADCD30EB1769}" srcOrd="7" destOrd="0" presId="urn:microsoft.com/office/officeart/2005/8/layout/hierarchy1"/>
    <dgm:cxn modelId="{914DC4B1-2410-4B03-A343-9055C4A460CC}" type="presParOf" srcId="{69065F18-8DC0-4543-AD98-ADCD30EB1769}" destId="{C197973F-F9C9-4A6B-8CE9-EB7CD91A46EF}" srcOrd="0" destOrd="0" presId="urn:microsoft.com/office/officeart/2005/8/layout/hierarchy1"/>
    <dgm:cxn modelId="{322F937C-DC58-49D4-8F16-5879BEFE0A91}" type="presParOf" srcId="{C197973F-F9C9-4A6B-8CE9-EB7CD91A46EF}" destId="{07E80747-046E-4236-A780-47EFA70C6EF9}" srcOrd="0" destOrd="0" presId="urn:microsoft.com/office/officeart/2005/8/layout/hierarchy1"/>
    <dgm:cxn modelId="{9D1F180C-A273-4BAD-9FFC-BE4AB90B204A}" type="presParOf" srcId="{C197973F-F9C9-4A6B-8CE9-EB7CD91A46EF}" destId="{FCF884C9-494C-4B56-8BA4-B445D34466F8}" srcOrd="1" destOrd="0" presId="urn:microsoft.com/office/officeart/2005/8/layout/hierarchy1"/>
    <dgm:cxn modelId="{56864A80-5DCB-4B9B-A8B4-4C1441E2F4F3}" type="presParOf" srcId="{69065F18-8DC0-4543-AD98-ADCD30EB1769}" destId="{B5C06838-02F4-41D4-8365-822399CE62C9}" srcOrd="1" destOrd="0" presId="urn:microsoft.com/office/officeart/2005/8/layout/hierarchy1"/>
    <dgm:cxn modelId="{3B2E79E0-F7C7-4BCD-932A-236DFCDED37A}" type="presParOf" srcId="{92B926A2-258A-42A6-9E23-4554F3379E76}" destId="{2C58B556-4C0D-465D-9026-A9750B3AA924}" srcOrd="8" destOrd="0" presId="urn:microsoft.com/office/officeart/2005/8/layout/hierarchy1"/>
    <dgm:cxn modelId="{50DEB711-87F6-44DD-840E-AEAE8CD5CCAA}" type="presParOf" srcId="{92B926A2-258A-42A6-9E23-4554F3379E76}" destId="{A50727BF-9113-4E18-A835-FA095D0331B4}" srcOrd="9" destOrd="0" presId="urn:microsoft.com/office/officeart/2005/8/layout/hierarchy1"/>
    <dgm:cxn modelId="{820CE828-88D1-4FCA-A2E8-5228B5E3691E}" type="presParOf" srcId="{A50727BF-9113-4E18-A835-FA095D0331B4}" destId="{3D0DBE3F-CB16-425B-B773-3D33E7D3751D}" srcOrd="0" destOrd="0" presId="urn:microsoft.com/office/officeart/2005/8/layout/hierarchy1"/>
    <dgm:cxn modelId="{3AA19F26-B6E0-41A0-9A07-DC2BAC011B1E}" type="presParOf" srcId="{3D0DBE3F-CB16-425B-B773-3D33E7D3751D}" destId="{CC3FA9A3-2C7F-414B-AF08-BC49043740DD}" srcOrd="0" destOrd="0" presId="urn:microsoft.com/office/officeart/2005/8/layout/hierarchy1"/>
    <dgm:cxn modelId="{7B9F6F3F-FE6C-4D63-A1B8-C1E1BA38567E}" type="presParOf" srcId="{3D0DBE3F-CB16-425B-B773-3D33E7D3751D}" destId="{2E22B19F-B076-4A90-AA5E-C458674391FA}" srcOrd="1" destOrd="0" presId="urn:microsoft.com/office/officeart/2005/8/layout/hierarchy1"/>
    <dgm:cxn modelId="{CAE16CEF-96DF-4DB5-8F84-6044CE649C9D}" type="presParOf" srcId="{A50727BF-9113-4E18-A835-FA095D0331B4}" destId="{5D60553A-D2F5-4EC6-BFA6-D1B757A35DCC}" srcOrd="1" destOrd="0" presId="urn:microsoft.com/office/officeart/2005/8/layout/hierarchy1"/>
    <dgm:cxn modelId="{2D500B17-9429-427D-BFF6-611879F9B110}" type="presParOf" srcId="{92B926A2-258A-42A6-9E23-4554F3379E76}" destId="{91C8A020-EFF4-4FBF-9CCE-4621E01C4517}" srcOrd="10" destOrd="0" presId="urn:microsoft.com/office/officeart/2005/8/layout/hierarchy1"/>
    <dgm:cxn modelId="{18855AEE-04FD-4EBB-B827-2F37AC126D73}" type="presParOf" srcId="{92B926A2-258A-42A6-9E23-4554F3379E76}" destId="{082FE14A-3406-4A67-95EB-F69A48800B99}" srcOrd="11" destOrd="0" presId="urn:microsoft.com/office/officeart/2005/8/layout/hierarchy1"/>
    <dgm:cxn modelId="{97543542-0FFA-430E-9D24-791C6400748B}" type="presParOf" srcId="{082FE14A-3406-4A67-95EB-F69A48800B99}" destId="{E7164882-4D95-4370-9435-30A797242E4E}" srcOrd="0" destOrd="0" presId="urn:microsoft.com/office/officeart/2005/8/layout/hierarchy1"/>
    <dgm:cxn modelId="{2A6D863F-21A2-4C92-B77A-A136C12217FA}" type="presParOf" srcId="{E7164882-4D95-4370-9435-30A797242E4E}" destId="{290B55BD-187B-4E1B-9150-4F6F040AF00F}" srcOrd="0" destOrd="0" presId="urn:microsoft.com/office/officeart/2005/8/layout/hierarchy1"/>
    <dgm:cxn modelId="{BA6050C7-CAB7-4511-B4CC-5BD7A9FAC20B}" type="presParOf" srcId="{E7164882-4D95-4370-9435-30A797242E4E}" destId="{37C93C72-0396-4F51-95A2-40A3793DD659}" srcOrd="1" destOrd="0" presId="urn:microsoft.com/office/officeart/2005/8/layout/hierarchy1"/>
    <dgm:cxn modelId="{36B1F5D1-3D87-4F4A-B20B-A33755B8249C}" type="presParOf" srcId="{082FE14A-3406-4A67-95EB-F69A48800B99}" destId="{7EB7A4D7-06AA-4774-9CE5-FE60570F95D1}" srcOrd="1" destOrd="0" presId="urn:microsoft.com/office/officeart/2005/8/layout/hierarchy1"/>
    <dgm:cxn modelId="{3F28349F-10CE-409B-8E91-4298D5C271CF}" type="presParOf" srcId="{92B926A2-258A-42A6-9E23-4554F3379E76}" destId="{CE0B00F0-4909-4994-AD5A-E550FD8CE2A1}" srcOrd="12" destOrd="0" presId="urn:microsoft.com/office/officeart/2005/8/layout/hierarchy1"/>
    <dgm:cxn modelId="{98DFC286-149E-4434-86F6-614FFD9A8C14}" type="presParOf" srcId="{92B926A2-258A-42A6-9E23-4554F3379E76}" destId="{2EB7BA70-E01E-4D73-AF99-784E40322C73}" srcOrd="13" destOrd="0" presId="urn:microsoft.com/office/officeart/2005/8/layout/hierarchy1"/>
    <dgm:cxn modelId="{C350778E-92BA-4471-A026-EA1F837E29E9}" type="presParOf" srcId="{2EB7BA70-E01E-4D73-AF99-784E40322C73}" destId="{96CF4501-5E54-4314-996F-BFC67822D5BE}" srcOrd="0" destOrd="0" presId="urn:microsoft.com/office/officeart/2005/8/layout/hierarchy1"/>
    <dgm:cxn modelId="{4D41CDCB-752C-4ECC-89FF-70AA834FCA9F}" type="presParOf" srcId="{96CF4501-5E54-4314-996F-BFC67822D5BE}" destId="{718E7491-FAD7-46DE-8570-62E46EEDB1EC}" srcOrd="0" destOrd="0" presId="urn:microsoft.com/office/officeart/2005/8/layout/hierarchy1"/>
    <dgm:cxn modelId="{4B5A25B9-EB98-4AEA-AA86-96292443E8A7}" type="presParOf" srcId="{96CF4501-5E54-4314-996F-BFC67822D5BE}" destId="{1D408064-BE5B-493B-B001-D3B5250581CF}" srcOrd="1" destOrd="0" presId="urn:microsoft.com/office/officeart/2005/8/layout/hierarchy1"/>
    <dgm:cxn modelId="{B52D833B-857E-4DDD-ADBF-34D2FC7C70EE}" type="presParOf" srcId="{2EB7BA70-E01E-4D73-AF99-784E40322C73}" destId="{B2018D7A-189F-4749-9BFE-4893DABD9A9F}"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0B00F0-4909-4994-AD5A-E550FD8CE2A1}">
      <dsp:nvSpPr>
        <dsp:cNvPr id="0" name=""/>
        <dsp:cNvSpPr/>
      </dsp:nvSpPr>
      <dsp:spPr>
        <a:xfrm>
          <a:off x="1695536" y="1784990"/>
          <a:ext cx="6338570" cy="406197"/>
        </a:xfrm>
        <a:custGeom>
          <a:avLst/>
          <a:gdLst/>
          <a:ahLst/>
          <a:cxnLst/>
          <a:rect l="0" t="0" r="0" b="0"/>
          <a:pathLst>
            <a:path>
              <a:moveTo>
                <a:pt x="0" y="0"/>
              </a:moveTo>
              <a:lnTo>
                <a:pt x="0" y="346436"/>
              </a:lnTo>
              <a:lnTo>
                <a:pt x="6338570" y="346436"/>
              </a:lnTo>
              <a:lnTo>
                <a:pt x="6338570" y="406197"/>
              </a:lnTo>
            </a:path>
          </a:pathLst>
        </a:custGeom>
        <a:noFill/>
        <a:ln w="25400" cap="flat" cmpd="sng" algn="ctr">
          <a:solidFill>
            <a:srgbClr val="FF0000"/>
          </a:solidFill>
          <a:prstDash val="solid"/>
        </a:ln>
        <a:effectLst/>
      </dsp:spPr>
      <dsp:style>
        <a:lnRef idx="2">
          <a:scrgbClr r="0" g="0" b="0"/>
        </a:lnRef>
        <a:fillRef idx="0">
          <a:scrgbClr r="0" g="0" b="0"/>
        </a:fillRef>
        <a:effectRef idx="0">
          <a:scrgbClr r="0" g="0" b="0"/>
        </a:effectRef>
        <a:fontRef idx="minor"/>
      </dsp:style>
    </dsp:sp>
    <dsp:sp modelId="{91C8A020-EFF4-4FBF-9CCE-4621E01C4517}">
      <dsp:nvSpPr>
        <dsp:cNvPr id="0" name=""/>
        <dsp:cNvSpPr/>
      </dsp:nvSpPr>
      <dsp:spPr>
        <a:xfrm>
          <a:off x="1695536" y="1784990"/>
          <a:ext cx="5336875" cy="406197"/>
        </a:xfrm>
        <a:custGeom>
          <a:avLst/>
          <a:gdLst/>
          <a:ahLst/>
          <a:cxnLst/>
          <a:rect l="0" t="0" r="0" b="0"/>
          <a:pathLst>
            <a:path>
              <a:moveTo>
                <a:pt x="0" y="0"/>
              </a:moveTo>
              <a:lnTo>
                <a:pt x="0" y="346436"/>
              </a:lnTo>
              <a:lnTo>
                <a:pt x="5336875" y="346436"/>
              </a:lnTo>
              <a:lnTo>
                <a:pt x="5336875" y="406197"/>
              </a:lnTo>
            </a:path>
          </a:pathLst>
        </a:custGeom>
        <a:noFill/>
        <a:ln w="25400" cap="flat" cmpd="sng" algn="ctr">
          <a:solidFill>
            <a:srgbClr val="FF0000"/>
          </a:solidFill>
          <a:prstDash val="solid"/>
        </a:ln>
        <a:effectLst/>
      </dsp:spPr>
      <dsp:style>
        <a:lnRef idx="2">
          <a:scrgbClr r="0" g="0" b="0"/>
        </a:lnRef>
        <a:fillRef idx="0">
          <a:scrgbClr r="0" g="0" b="0"/>
        </a:fillRef>
        <a:effectRef idx="0">
          <a:scrgbClr r="0" g="0" b="0"/>
        </a:effectRef>
        <a:fontRef idx="minor"/>
      </dsp:style>
    </dsp:sp>
    <dsp:sp modelId="{2C58B556-4C0D-465D-9026-A9750B3AA924}">
      <dsp:nvSpPr>
        <dsp:cNvPr id="0" name=""/>
        <dsp:cNvSpPr/>
      </dsp:nvSpPr>
      <dsp:spPr>
        <a:xfrm>
          <a:off x="1695536" y="1784990"/>
          <a:ext cx="4388129" cy="406197"/>
        </a:xfrm>
        <a:custGeom>
          <a:avLst/>
          <a:gdLst/>
          <a:ahLst/>
          <a:cxnLst/>
          <a:rect l="0" t="0" r="0" b="0"/>
          <a:pathLst>
            <a:path>
              <a:moveTo>
                <a:pt x="0" y="0"/>
              </a:moveTo>
              <a:lnTo>
                <a:pt x="0" y="346436"/>
              </a:lnTo>
              <a:lnTo>
                <a:pt x="4388129" y="346436"/>
              </a:lnTo>
              <a:lnTo>
                <a:pt x="4388129" y="406197"/>
              </a:lnTo>
            </a:path>
          </a:pathLst>
        </a:custGeom>
        <a:noFill/>
        <a:ln w="25400" cap="flat" cmpd="sng" algn="ctr">
          <a:solidFill>
            <a:srgbClr val="FF0000"/>
          </a:solidFill>
          <a:prstDash val="solid"/>
        </a:ln>
        <a:effectLst/>
      </dsp:spPr>
      <dsp:style>
        <a:lnRef idx="2">
          <a:scrgbClr r="0" g="0" b="0"/>
        </a:lnRef>
        <a:fillRef idx="0">
          <a:scrgbClr r="0" g="0" b="0"/>
        </a:fillRef>
        <a:effectRef idx="0">
          <a:scrgbClr r="0" g="0" b="0"/>
        </a:effectRef>
        <a:fontRef idx="minor"/>
      </dsp:style>
    </dsp:sp>
    <dsp:sp modelId="{08D91D77-76F3-4D81-B807-DAF6B7402A63}">
      <dsp:nvSpPr>
        <dsp:cNvPr id="0" name=""/>
        <dsp:cNvSpPr/>
      </dsp:nvSpPr>
      <dsp:spPr>
        <a:xfrm>
          <a:off x="1695536" y="1784990"/>
          <a:ext cx="3403429" cy="406197"/>
        </a:xfrm>
        <a:custGeom>
          <a:avLst/>
          <a:gdLst/>
          <a:ahLst/>
          <a:cxnLst/>
          <a:rect l="0" t="0" r="0" b="0"/>
          <a:pathLst>
            <a:path>
              <a:moveTo>
                <a:pt x="0" y="0"/>
              </a:moveTo>
              <a:lnTo>
                <a:pt x="0" y="346436"/>
              </a:lnTo>
              <a:lnTo>
                <a:pt x="3403429" y="346436"/>
              </a:lnTo>
              <a:lnTo>
                <a:pt x="3403429" y="406197"/>
              </a:lnTo>
            </a:path>
          </a:pathLst>
        </a:custGeom>
        <a:noFill/>
        <a:ln w="25400" cap="flat" cmpd="sng" algn="ctr">
          <a:solidFill>
            <a:srgbClr val="FFC000"/>
          </a:solidFill>
          <a:prstDash val="solid"/>
        </a:ln>
        <a:effectLst/>
      </dsp:spPr>
      <dsp:style>
        <a:lnRef idx="2">
          <a:scrgbClr r="0" g="0" b="0"/>
        </a:lnRef>
        <a:fillRef idx="0">
          <a:scrgbClr r="0" g="0" b="0"/>
        </a:fillRef>
        <a:effectRef idx="0">
          <a:scrgbClr r="0" g="0" b="0"/>
        </a:effectRef>
        <a:fontRef idx="minor"/>
      </dsp:style>
    </dsp:sp>
    <dsp:sp modelId="{006B3015-1D99-485A-96B2-E4B12A54CED7}">
      <dsp:nvSpPr>
        <dsp:cNvPr id="0" name=""/>
        <dsp:cNvSpPr/>
      </dsp:nvSpPr>
      <dsp:spPr>
        <a:xfrm>
          <a:off x="1695536" y="1784990"/>
          <a:ext cx="2237369" cy="406197"/>
        </a:xfrm>
        <a:custGeom>
          <a:avLst/>
          <a:gdLst/>
          <a:ahLst/>
          <a:cxnLst/>
          <a:rect l="0" t="0" r="0" b="0"/>
          <a:pathLst>
            <a:path>
              <a:moveTo>
                <a:pt x="0" y="0"/>
              </a:moveTo>
              <a:lnTo>
                <a:pt x="0" y="346436"/>
              </a:lnTo>
              <a:lnTo>
                <a:pt x="2237369" y="346436"/>
              </a:lnTo>
              <a:lnTo>
                <a:pt x="2237369" y="406197"/>
              </a:lnTo>
            </a:path>
          </a:pathLst>
        </a:custGeom>
        <a:noFill/>
        <a:ln w="25400" cap="flat" cmpd="sng" algn="ctr">
          <a:solidFill>
            <a:srgbClr val="FFC000"/>
          </a:solidFill>
          <a:prstDash val="solid"/>
        </a:ln>
        <a:effectLst/>
      </dsp:spPr>
      <dsp:style>
        <a:lnRef idx="2">
          <a:scrgbClr r="0" g="0" b="0"/>
        </a:lnRef>
        <a:fillRef idx="0">
          <a:scrgbClr r="0" g="0" b="0"/>
        </a:fillRef>
        <a:effectRef idx="0">
          <a:scrgbClr r="0" g="0" b="0"/>
        </a:effectRef>
        <a:fontRef idx="minor"/>
      </dsp:style>
    </dsp:sp>
    <dsp:sp modelId="{2B10BB76-8FEB-4597-B2BC-061EAF478692}">
      <dsp:nvSpPr>
        <dsp:cNvPr id="0" name=""/>
        <dsp:cNvSpPr/>
      </dsp:nvSpPr>
      <dsp:spPr>
        <a:xfrm>
          <a:off x="1695536" y="1784990"/>
          <a:ext cx="777065" cy="406197"/>
        </a:xfrm>
        <a:custGeom>
          <a:avLst/>
          <a:gdLst/>
          <a:ahLst/>
          <a:cxnLst/>
          <a:rect l="0" t="0" r="0" b="0"/>
          <a:pathLst>
            <a:path>
              <a:moveTo>
                <a:pt x="0" y="0"/>
              </a:moveTo>
              <a:lnTo>
                <a:pt x="0" y="346436"/>
              </a:lnTo>
              <a:lnTo>
                <a:pt x="777065" y="346436"/>
              </a:lnTo>
              <a:lnTo>
                <a:pt x="777065" y="406197"/>
              </a:lnTo>
            </a:path>
          </a:pathLst>
        </a:custGeom>
        <a:noFill/>
        <a:ln w="25400" cap="flat" cmpd="sng" algn="ctr">
          <a:solidFill>
            <a:srgbClr val="002060"/>
          </a:solidFill>
          <a:prstDash val="solid"/>
        </a:ln>
        <a:effectLst/>
      </dsp:spPr>
      <dsp:style>
        <a:lnRef idx="2">
          <a:scrgbClr r="0" g="0" b="0"/>
        </a:lnRef>
        <a:fillRef idx="0">
          <a:scrgbClr r="0" g="0" b="0"/>
        </a:fillRef>
        <a:effectRef idx="0">
          <a:scrgbClr r="0" g="0" b="0"/>
        </a:effectRef>
        <a:fontRef idx="minor"/>
      </dsp:style>
    </dsp:sp>
    <dsp:sp modelId="{4D003DAF-5CCC-4E18-AA6D-3DBAB42F66EB}">
      <dsp:nvSpPr>
        <dsp:cNvPr id="0" name=""/>
        <dsp:cNvSpPr/>
      </dsp:nvSpPr>
      <dsp:spPr>
        <a:xfrm>
          <a:off x="866099" y="1784990"/>
          <a:ext cx="829437" cy="406197"/>
        </a:xfrm>
        <a:custGeom>
          <a:avLst/>
          <a:gdLst/>
          <a:ahLst/>
          <a:cxnLst/>
          <a:rect l="0" t="0" r="0" b="0"/>
          <a:pathLst>
            <a:path>
              <a:moveTo>
                <a:pt x="829437" y="0"/>
              </a:moveTo>
              <a:lnTo>
                <a:pt x="829437" y="346436"/>
              </a:lnTo>
              <a:lnTo>
                <a:pt x="0" y="346436"/>
              </a:lnTo>
              <a:lnTo>
                <a:pt x="0" y="406197"/>
              </a:lnTo>
            </a:path>
          </a:pathLst>
        </a:custGeom>
        <a:noFill/>
        <a:ln w="25400" cap="flat" cmpd="sng" algn="ctr">
          <a:solidFill>
            <a:srgbClr val="002060"/>
          </a:solidFill>
          <a:prstDash val="solid"/>
        </a:ln>
        <a:effectLst/>
      </dsp:spPr>
      <dsp:style>
        <a:lnRef idx="2">
          <a:scrgbClr r="0" g="0" b="0"/>
        </a:lnRef>
        <a:fillRef idx="0">
          <a:scrgbClr r="0" g="0" b="0"/>
        </a:fillRef>
        <a:effectRef idx="0">
          <a:scrgbClr r="0" g="0" b="0"/>
        </a:effectRef>
        <a:fontRef idx="minor"/>
      </dsp:style>
    </dsp:sp>
    <dsp:sp modelId="{C1D554E7-6F09-42DC-8E1E-5745F408639E}">
      <dsp:nvSpPr>
        <dsp:cNvPr id="0" name=""/>
        <dsp:cNvSpPr/>
      </dsp:nvSpPr>
      <dsp:spPr>
        <a:xfrm>
          <a:off x="1695536" y="543392"/>
          <a:ext cx="2615025" cy="700734"/>
        </a:xfrm>
        <a:custGeom>
          <a:avLst/>
          <a:gdLst/>
          <a:ahLst/>
          <a:cxnLst/>
          <a:rect l="0" t="0" r="0" b="0"/>
          <a:pathLst>
            <a:path>
              <a:moveTo>
                <a:pt x="2615025" y="0"/>
              </a:moveTo>
              <a:lnTo>
                <a:pt x="2615025" y="640973"/>
              </a:lnTo>
              <a:lnTo>
                <a:pt x="0" y="640973"/>
              </a:lnTo>
              <a:lnTo>
                <a:pt x="0" y="700734"/>
              </a:lnTo>
            </a:path>
          </a:pathLst>
        </a:custGeom>
        <a:noFill/>
        <a:ln w="25400" cap="flat" cmpd="sng" algn="ctr">
          <a:solidFill>
            <a:srgbClr val="002060"/>
          </a:solidFill>
          <a:prstDash val="solid"/>
        </a:ln>
        <a:effectLst/>
      </dsp:spPr>
      <dsp:style>
        <a:lnRef idx="2">
          <a:scrgbClr r="0" g="0" b="0"/>
        </a:lnRef>
        <a:fillRef idx="0">
          <a:scrgbClr r="0" g="0" b="0"/>
        </a:fillRef>
        <a:effectRef idx="0">
          <a:scrgbClr r="0" g="0" b="0"/>
        </a:effectRef>
        <a:fontRef idx="minor"/>
      </dsp:style>
    </dsp:sp>
    <dsp:sp modelId="{7936D551-BDFA-4534-8E60-B71FADC545CC}">
      <dsp:nvSpPr>
        <dsp:cNvPr id="0" name=""/>
        <dsp:cNvSpPr/>
      </dsp:nvSpPr>
      <dsp:spPr>
        <a:xfrm>
          <a:off x="4264842" y="543392"/>
          <a:ext cx="91440" cy="778041"/>
        </a:xfrm>
        <a:custGeom>
          <a:avLst/>
          <a:gdLst/>
          <a:ahLst/>
          <a:cxnLst/>
          <a:rect l="0" t="0" r="0" b="0"/>
          <a:pathLst>
            <a:path>
              <a:moveTo>
                <a:pt x="45720" y="0"/>
              </a:moveTo>
              <a:lnTo>
                <a:pt x="45720" y="778041"/>
              </a:lnTo>
            </a:path>
          </a:pathLst>
        </a:custGeom>
        <a:noFill/>
        <a:ln w="25400" cap="flat" cmpd="sng" algn="ctr">
          <a:solidFill>
            <a:srgbClr val="002060"/>
          </a:solidFill>
          <a:prstDash val="solid"/>
        </a:ln>
        <a:effectLst/>
      </dsp:spPr>
      <dsp:style>
        <a:lnRef idx="2">
          <a:scrgbClr r="0" g="0" b="0"/>
        </a:lnRef>
        <a:fillRef idx="0">
          <a:scrgbClr r="0" g="0" b="0"/>
        </a:fillRef>
        <a:effectRef idx="0">
          <a:scrgbClr r="0" g="0" b="0"/>
        </a:effectRef>
        <a:fontRef idx="minor"/>
      </dsp:style>
    </dsp:sp>
    <dsp:sp modelId="{B2D8B2D1-71C5-4444-A554-6E196C19A22C}">
      <dsp:nvSpPr>
        <dsp:cNvPr id="0" name=""/>
        <dsp:cNvSpPr/>
      </dsp:nvSpPr>
      <dsp:spPr>
        <a:xfrm>
          <a:off x="4310562" y="543392"/>
          <a:ext cx="2786111" cy="705953"/>
        </a:xfrm>
        <a:custGeom>
          <a:avLst/>
          <a:gdLst/>
          <a:ahLst/>
          <a:cxnLst/>
          <a:rect l="0" t="0" r="0" b="0"/>
          <a:pathLst>
            <a:path>
              <a:moveTo>
                <a:pt x="0" y="0"/>
              </a:moveTo>
              <a:lnTo>
                <a:pt x="0" y="646192"/>
              </a:lnTo>
              <a:lnTo>
                <a:pt x="2786111" y="646192"/>
              </a:lnTo>
              <a:lnTo>
                <a:pt x="2786111" y="705953"/>
              </a:lnTo>
            </a:path>
          </a:pathLst>
        </a:custGeom>
        <a:noFill/>
        <a:ln w="25400" cap="flat" cmpd="sng" algn="ctr">
          <a:solidFill>
            <a:srgbClr val="002060"/>
          </a:solidFill>
          <a:prstDash val="solid"/>
        </a:ln>
        <a:effectLst/>
      </dsp:spPr>
      <dsp:style>
        <a:lnRef idx="2">
          <a:scrgbClr r="0" g="0" b="0"/>
        </a:lnRef>
        <a:fillRef idx="0">
          <a:scrgbClr r="0" g="0" b="0"/>
        </a:fillRef>
        <a:effectRef idx="0">
          <a:scrgbClr r="0" g="0" b="0"/>
        </a:effectRef>
        <a:fontRef idx="minor"/>
      </dsp:style>
    </dsp:sp>
    <dsp:sp modelId="{A5784130-EA48-4387-B2DE-53F4D5E09B4E}">
      <dsp:nvSpPr>
        <dsp:cNvPr id="0" name=""/>
        <dsp:cNvSpPr/>
      </dsp:nvSpPr>
      <dsp:spPr>
        <a:xfrm>
          <a:off x="3801435" y="41300"/>
          <a:ext cx="1018253" cy="502091"/>
        </a:xfrm>
        <a:prstGeom prst="roundRect">
          <a:avLst>
            <a:gd name="adj" fmla="val 10000"/>
          </a:avLst>
        </a:prstGeom>
        <a:solidFill>
          <a:srgbClr val="00206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52D255D-9940-4BF2-8203-0752A34D6F4E}">
      <dsp:nvSpPr>
        <dsp:cNvPr id="0" name=""/>
        <dsp:cNvSpPr/>
      </dsp:nvSpPr>
      <dsp:spPr>
        <a:xfrm>
          <a:off x="3873113" y="109393"/>
          <a:ext cx="1018253" cy="502091"/>
        </a:xfrm>
        <a:prstGeom prst="roundRect">
          <a:avLst>
            <a:gd name="adj" fmla="val 10000"/>
          </a:avLst>
        </a:prstGeom>
        <a:solidFill>
          <a:schemeClr val="bg1">
            <a:alpha val="90000"/>
          </a:schemeClr>
        </a:solidFill>
        <a:ln w="25400" cap="flat" cmpd="sng" algn="ctr">
          <a:solidFill>
            <a:srgbClr val="002060"/>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dirty="0">
              <a:latin typeface="Times New Roman" panose="02020603050405020304" pitchFamily="18" charset="0"/>
              <a:cs typeface="Times New Roman" panose="02020603050405020304" pitchFamily="18" charset="0"/>
            </a:rPr>
            <a:t>PDG</a:t>
          </a:r>
        </a:p>
      </dsp:txBody>
      <dsp:txXfrm>
        <a:off x="3887819" y="124099"/>
        <a:ext cx="988841" cy="472679"/>
      </dsp:txXfrm>
    </dsp:sp>
    <dsp:sp modelId="{BDFAC2D7-099E-49B8-80D8-382D86B50C98}">
      <dsp:nvSpPr>
        <dsp:cNvPr id="0" name=""/>
        <dsp:cNvSpPr/>
      </dsp:nvSpPr>
      <dsp:spPr>
        <a:xfrm>
          <a:off x="6257428" y="1249345"/>
          <a:ext cx="1678491" cy="563205"/>
        </a:xfrm>
        <a:prstGeom prst="roundRect">
          <a:avLst>
            <a:gd name="adj" fmla="val 10000"/>
          </a:avLst>
        </a:prstGeom>
        <a:solidFill>
          <a:srgbClr val="FFC000"/>
        </a:solidFill>
        <a:ln w="25400" cap="flat" cmpd="sng" algn="ctr">
          <a:solidFill>
            <a:srgbClr val="FFC000"/>
          </a:solidFill>
          <a:prstDash val="solid"/>
        </a:ln>
        <a:effectLst/>
      </dsp:spPr>
      <dsp:style>
        <a:lnRef idx="2">
          <a:scrgbClr r="0" g="0" b="0"/>
        </a:lnRef>
        <a:fillRef idx="1">
          <a:scrgbClr r="0" g="0" b="0"/>
        </a:fillRef>
        <a:effectRef idx="0">
          <a:scrgbClr r="0" g="0" b="0"/>
        </a:effectRef>
        <a:fontRef idx="minor">
          <a:schemeClr val="lt1"/>
        </a:fontRef>
      </dsp:style>
    </dsp:sp>
    <dsp:sp modelId="{C5760CBA-6AE5-4CA6-BA26-F4190900D3F3}">
      <dsp:nvSpPr>
        <dsp:cNvPr id="0" name=""/>
        <dsp:cNvSpPr/>
      </dsp:nvSpPr>
      <dsp:spPr>
        <a:xfrm>
          <a:off x="6329106" y="1317439"/>
          <a:ext cx="1678491" cy="563205"/>
        </a:xfrm>
        <a:prstGeom prst="roundRect">
          <a:avLst>
            <a:gd name="adj" fmla="val 10000"/>
          </a:avLst>
        </a:prstGeom>
        <a:solidFill>
          <a:schemeClr val="lt1"/>
        </a:solidFill>
        <a:ln w="25400" cap="flat" cmpd="sng" algn="ctr">
          <a:solidFill>
            <a:schemeClr val="dk1"/>
          </a:solidFill>
          <a:prstDash val="solid"/>
        </a:ln>
        <a:effectLst/>
      </dsp:spPr>
      <dsp:style>
        <a:lnRef idx="2">
          <a:schemeClr val="dk1"/>
        </a:lnRef>
        <a:fillRef idx="1">
          <a:schemeClr val="lt1"/>
        </a:fillRef>
        <a:effectRef idx="0">
          <a:schemeClr val="dk1"/>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kern="1200" dirty="0">
              <a:latin typeface="Times New Roman" panose="02020603050405020304" pitchFamily="18" charset="0"/>
              <a:cs typeface="Times New Roman" panose="02020603050405020304" pitchFamily="18" charset="0"/>
            </a:rPr>
            <a:t>Responsable commercial &amp; Marketing &amp; Communication</a:t>
          </a:r>
        </a:p>
      </dsp:txBody>
      <dsp:txXfrm>
        <a:off x="6345602" y="1333935"/>
        <a:ext cx="1645499" cy="530213"/>
      </dsp:txXfrm>
    </dsp:sp>
    <dsp:sp modelId="{3E300455-A7DE-418E-9F4B-13E09099E1E2}">
      <dsp:nvSpPr>
        <dsp:cNvPr id="0" name=""/>
        <dsp:cNvSpPr/>
      </dsp:nvSpPr>
      <dsp:spPr>
        <a:xfrm>
          <a:off x="3530295" y="1321433"/>
          <a:ext cx="1560535" cy="494652"/>
        </a:xfrm>
        <a:prstGeom prst="roundRect">
          <a:avLst>
            <a:gd name="adj" fmla="val 10000"/>
          </a:avLst>
        </a:prstGeom>
        <a:solidFill>
          <a:srgbClr val="00206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B66473E-C0FC-4B98-959F-43A3FCA4F677}">
      <dsp:nvSpPr>
        <dsp:cNvPr id="0" name=""/>
        <dsp:cNvSpPr/>
      </dsp:nvSpPr>
      <dsp:spPr>
        <a:xfrm>
          <a:off x="3601972" y="1389527"/>
          <a:ext cx="1560535" cy="494652"/>
        </a:xfrm>
        <a:prstGeom prst="roundRect">
          <a:avLst>
            <a:gd name="adj" fmla="val 10000"/>
          </a:avLst>
        </a:prstGeom>
        <a:solidFill>
          <a:srgbClr val="EEEEEE">
            <a:alpha val="90000"/>
            <a:hueOff val="0"/>
            <a:satOff val="0"/>
            <a:lumOff val="0"/>
            <a:alphaOff val="0"/>
          </a:srgbClr>
        </a:solidFill>
        <a:ln w="25400" cap="flat" cmpd="sng" algn="ctr">
          <a:solidFill>
            <a:srgbClr val="002060"/>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kern="1200" dirty="0">
              <a:solidFill>
                <a:srgbClr val="022866">
                  <a:hueOff val="0"/>
                  <a:satOff val="0"/>
                  <a:lumOff val="0"/>
                  <a:alphaOff val="0"/>
                </a:srgbClr>
              </a:solidFill>
              <a:latin typeface="Times New Roman" panose="02020603050405020304" pitchFamily="18" charset="0"/>
              <a:ea typeface="+mn-ea"/>
              <a:cs typeface="Times New Roman" panose="02020603050405020304" pitchFamily="18" charset="0"/>
            </a:rPr>
            <a:t>Gestion administrative</a:t>
          </a:r>
        </a:p>
      </dsp:txBody>
      <dsp:txXfrm>
        <a:off x="3616460" y="1404015"/>
        <a:ext cx="1531559" cy="465676"/>
      </dsp:txXfrm>
    </dsp:sp>
    <dsp:sp modelId="{86D68BFC-6FC5-4BEE-8AD4-9D952FA4E986}">
      <dsp:nvSpPr>
        <dsp:cNvPr id="0" name=""/>
        <dsp:cNvSpPr/>
      </dsp:nvSpPr>
      <dsp:spPr>
        <a:xfrm>
          <a:off x="913853" y="1244126"/>
          <a:ext cx="1563367" cy="540863"/>
        </a:xfrm>
        <a:prstGeom prst="roundRect">
          <a:avLst>
            <a:gd name="adj" fmla="val 10000"/>
          </a:avLst>
        </a:prstGeom>
        <a:solidFill>
          <a:srgbClr val="00206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50646A0-0F3A-4C26-9EF2-51884CB736E7}">
      <dsp:nvSpPr>
        <dsp:cNvPr id="0" name=""/>
        <dsp:cNvSpPr/>
      </dsp:nvSpPr>
      <dsp:spPr>
        <a:xfrm>
          <a:off x="985530" y="1312220"/>
          <a:ext cx="1563367" cy="540863"/>
        </a:xfrm>
        <a:prstGeom prst="roundRect">
          <a:avLst>
            <a:gd name="adj" fmla="val 10000"/>
          </a:avLst>
        </a:prstGeom>
        <a:solidFill>
          <a:schemeClr val="lt1">
            <a:alpha val="90000"/>
            <a:hueOff val="0"/>
            <a:satOff val="0"/>
            <a:lumOff val="0"/>
            <a:alphaOff val="0"/>
          </a:schemeClr>
        </a:solidFill>
        <a:ln w="25400" cap="flat" cmpd="sng" algn="ctr">
          <a:solidFill>
            <a:srgbClr val="002060"/>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kern="1200" dirty="0">
              <a:latin typeface="Times New Roman" panose="02020603050405020304" pitchFamily="18" charset="0"/>
              <a:cs typeface="Times New Roman" panose="02020603050405020304" pitchFamily="18" charset="0"/>
            </a:rPr>
            <a:t>Responsable site &amp; Méthodes maintenance</a:t>
          </a:r>
        </a:p>
      </dsp:txBody>
      <dsp:txXfrm>
        <a:off x="1001371" y="1328061"/>
        <a:ext cx="1531685" cy="509181"/>
      </dsp:txXfrm>
    </dsp:sp>
    <dsp:sp modelId="{FB77678F-5828-4AE8-A3C8-009EDA366C0E}">
      <dsp:nvSpPr>
        <dsp:cNvPr id="0" name=""/>
        <dsp:cNvSpPr/>
      </dsp:nvSpPr>
      <dsp:spPr>
        <a:xfrm>
          <a:off x="143154" y="2191188"/>
          <a:ext cx="1445888" cy="547114"/>
        </a:xfrm>
        <a:prstGeom prst="roundRect">
          <a:avLst>
            <a:gd name="adj" fmla="val 10000"/>
          </a:avLst>
        </a:prstGeom>
        <a:solidFill>
          <a:srgbClr val="00206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4B6E8CA-602F-48A8-BCEC-8981394D6DF8}">
      <dsp:nvSpPr>
        <dsp:cNvPr id="0" name=""/>
        <dsp:cNvSpPr/>
      </dsp:nvSpPr>
      <dsp:spPr>
        <a:xfrm>
          <a:off x="214832" y="2259282"/>
          <a:ext cx="1445888" cy="547114"/>
        </a:xfrm>
        <a:prstGeom prst="roundRect">
          <a:avLst>
            <a:gd name="adj" fmla="val 10000"/>
          </a:avLst>
        </a:prstGeom>
        <a:solidFill>
          <a:schemeClr val="lt1">
            <a:alpha val="90000"/>
            <a:hueOff val="0"/>
            <a:satOff val="0"/>
            <a:lumOff val="0"/>
            <a:alphaOff val="0"/>
          </a:schemeClr>
        </a:solidFill>
        <a:ln w="25400" cap="flat" cmpd="sng" algn="ctr">
          <a:solidFill>
            <a:srgbClr val="002060"/>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kern="1200" dirty="0">
              <a:latin typeface="Times New Roman" panose="02020603050405020304" pitchFamily="18" charset="0"/>
              <a:cs typeface="Times New Roman" panose="02020603050405020304" pitchFamily="18" charset="0"/>
            </a:rPr>
            <a:t>Technicien méthodes </a:t>
          </a:r>
        </a:p>
        <a:p>
          <a:pPr marL="0" lvl="0" indent="0" algn="ctr" defTabSz="533400">
            <a:lnSpc>
              <a:spcPct val="90000"/>
            </a:lnSpc>
            <a:spcBef>
              <a:spcPct val="0"/>
            </a:spcBef>
            <a:spcAft>
              <a:spcPct val="35000"/>
            </a:spcAft>
            <a:buNone/>
          </a:pPr>
          <a:r>
            <a:rPr lang="fr-FR" sz="1200" kern="1200" dirty="0">
              <a:latin typeface="Times New Roman" panose="02020603050405020304" pitchFamily="18" charset="0"/>
              <a:cs typeface="Times New Roman" panose="02020603050405020304" pitchFamily="18" charset="0"/>
            </a:rPr>
            <a:t>Métrologie</a:t>
          </a:r>
        </a:p>
      </dsp:txBody>
      <dsp:txXfrm>
        <a:off x="230856" y="2275306"/>
        <a:ext cx="1413840" cy="515066"/>
      </dsp:txXfrm>
    </dsp:sp>
    <dsp:sp modelId="{093B64AB-5FBE-4F36-A4C9-66D4FAF4CB02}">
      <dsp:nvSpPr>
        <dsp:cNvPr id="0" name=""/>
        <dsp:cNvSpPr/>
      </dsp:nvSpPr>
      <dsp:spPr>
        <a:xfrm>
          <a:off x="1732398" y="2191188"/>
          <a:ext cx="1480407" cy="550092"/>
        </a:xfrm>
        <a:prstGeom prst="roundRect">
          <a:avLst>
            <a:gd name="adj" fmla="val 10000"/>
          </a:avLst>
        </a:prstGeom>
        <a:solidFill>
          <a:srgbClr val="FF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201E219-EFD4-4722-9227-F48DA111CEBB}">
      <dsp:nvSpPr>
        <dsp:cNvPr id="0" name=""/>
        <dsp:cNvSpPr/>
      </dsp:nvSpPr>
      <dsp:spPr>
        <a:xfrm>
          <a:off x="1804075" y="2259282"/>
          <a:ext cx="1480407" cy="550092"/>
        </a:xfrm>
        <a:prstGeom prst="roundRect">
          <a:avLst>
            <a:gd name="adj" fmla="val 10000"/>
          </a:avLst>
        </a:prstGeom>
        <a:solidFill>
          <a:schemeClr val="lt1">
            <a:alpha val="90000"/>
            <a:hueOff val="0"/>
            <a:satOff val="0"/>
            <a:lumOff val="0"/>
            <a:alphaOff val="0"/>
          </a:schemeClr>
        </a:solidFill>
        <a:ln w="25400" cap="flat" cmpd="sng" algn="ctr">
          <a:solidFill>
            <a:srgbClr val="FFC000"/>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kern="1200" dirty="0">
              <a:latin typeface="Times New Roman" panose="02020603050405020304" pitchFamily="18" charset="0"/>
              <a:cs typeface="Times New Roman" panose="02020603050405020304" pitchFamily="18" charset="0"/>
            </a:rPr>
            <a:t>Technicien méthodes</a:t>
          </a:r>
        </a:p>
        <a:p>
          <a:pPr marL="0" lvl="0" indent="0" algn="ctr" defTabSz="533400">
            <a:lnSpc>
              <a:spcPct val="90000"/>
            </a:lnSpc>
            <a:spcBef>
              <a:spcPct val="0"/>
            </a:spcBef>
            <a:spcAft>
              <a:spcPct val="35000"/>
            </a:spcAft>
            <a:buNone/>
          </a:pPr>
          <a:r>
            <a:rPr lang="fr-FR" sz="1200" kern="1200" dirty="0">
              <a:latin typeface="Times New Roman" panose="02020603050405020304" pitchFamily="18" charset="0"/>
              <a:cs typeface="Times New Roman" panose="02020603050405020304" pitchFamily="18" charset="0"/>
            </a:rPr>
            <a:t>Métrologie</a:t>
          </a:r>
        </a:p>
      </dsp:txBody>
      <dsp:txXfrm>
        <a:off x="1820187" y="2275394"/>
        <a:ext cx="1448183" cy="517868"/>
      </dsp:txXfrm>
    </dsp:sp>
    <dsp:sp modelId="{7BCE1CEB-F5E2-4946-9C4A-DD0FF0C913DA}">
      <dsp:nvSpPr>
        <dsp:cNvPr id="0" name=""/>
        <dsp:cNvSpPr/>
      </dsp:nvSpPr>
      <dsp:spPr>
        <a:xfrm>
          <a:off x="3356160" y="2191188"/>
          <a:ext cx="1153491" cy="563660"/>
        </a:xfrm>
        <a:prstGeom prst="roundRect">
          <a:avLst>
            <a:gd name="adj" fmla="val 10000"/>
          </a:avLst>
        </a:prstGeom>
        <a:solidFill>
          <a:srgbClr val="FFC000"/>
        </a:solidFill>
        <a:ln w="25400" cap="flat" cmpd="sng" algn="ctr">
          <a:solidFill>
            <a:srgbClr val="FFC000"/>
          </a:solidFill>
          <a:prstDash val="solid"/>
        </a:ln>
        <a:effectLst/>
      </dsp:spPr>
      <dsp:style>
        <a:lnRef idx="2">
          <a:scrgbClr r="0" g="0" b="0"/>
        </a:lnRef>
        <a:fillRef idx="1">
          <a:scrgbClr r="0" g="0" b="0"/>
        </a:fillRef>
        <a:effectRef idx="0">
          <a:scrgbClr r="0" g="0" b="0"/>
        </a:effectRef>
        <a:fontRef idx="minor">
          <a:schemeClr val="lt1"/>
        </a:fontRef>
      </dsp:style>
    </dsp:sp>
    <dsp:sp modelId="{8EE14A48-9A41-4BB9-AD87-FB4CB56D37F1}">
      <dsp:nvSpPr>
        <dsp:cNvPr id="0" name=""/>
        <dsp:cNvSpPr/>
      </dsp:nvSpPr>
      <dsp:spPr>
        <a:xfrm>
          <a:off x="3427838" y="2259282"/>
          <a:ext cx="1153491" cy="563660"/>
        </a:xfrm>
        <a:prstGeom prst="roundRect">
          <a:avLst>
            <a:gd name="adj" fmla="val 10000"/>
          </a:avLst>
        </a:prstGeom>
        <a:solidFill>
          <a:schemeClr val="lt1">
            <a:alpha val="90000"/>
            <a:hueOff val="0"/>
            <a:satOff val="0"/>
            <a:lumOff val="0"/>
            <a:alphaOff val="0"/>
          </a:schemeClr>
        </a:solidFill>
        <a:ln w="25400" cap="flat" cmpd="sng" algn="ctr">
          <a:solidFill>
            <a:srgbClr val="FFC000"/>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kern="1200" dirty="0">
              <a:latin typeface="Times New Roman" panose="02020603050405020304" pitchFamily="18" charset="0"/>
              <a:cs typeface="Times New Roman" panose="02020603050405020304" pitchFamily="18" charset="0"/>
            </a:rPr>
            <a:t>Achats délégués </a:t>
          </a:r>
        </a:p>
      </dsp:txBody>
      <dsp:txXfrm>
        <a:off x="3444347" y="2275791"/>
        <a:ext cx="1120473" cy="530642"/>
      </dsp:txXfrm>
    </dsp:sp>
    <dsp:sp modelId="{07E80747-046E-4236-A780-47EFA70C6EF9}">
      <dsp:nvSpPr>
        <dsp:cNvPr id="0" name=""/>
        <dsp:cNvSpPr/>
      </dsp:nvSpPr>
      <dsp:spPr>
        <a:xfrm>
          <a:off x="4653007" y="2191188"/>
          <a:ext cx="891917" cy="512213"/>
        </a:xfrm>
        <a:prstGeom prst="roundRect">
          <a:avLst>
            <a:gd name="adj" fmla="val 10000"/>
          </a:avLst>
        </a:prstGeom>
        <a:solidFill>
          <a:srgbClr val="FF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CF884C9-494C-4B56-8BA4-B445D34466F8}">
      <dsp:nvSpPr>
        <dsp:cNvPr id="0" name=""/>
        <dsp:cNvSpPr/>
      </dsp:nvSpPr>
      <dsp:spPr>
        <a:xfrm>
          <a:off x="4724684" y="2259282"/>
          <a:ext cx="891917" cy="512213"/>
        </a:xfrm>
        <a:prstGeom prst="roundRect">
          <a:avLst>
            <a:gd name="adj" fmla="val 10000"/>
          </a:avLst>
        </a:prstGeom>
        <a:solidFill>
          <a:schemeClr val="lt1">
            <a:alpha val="90000"/>
            <a:hueOff val="0"/>
            <a:satOff val="0"/>
            <a:lumOff val="0"/>
            <a:alphaOff val="0"/>
          </a:schemeClr>
        </a:solidFill>
        <a:ln w="25400" cap="flat" cmpd="sng" algn="ctr">
          <a:solidFill>
            <a:srgbClr val="FFC000"/>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kern="1200" dirty="0">
              <a:latin typeface="Times New Roman" panose="02020603050405020304" pitchFamily="18" charset="0"/>
              <a:cs typeface="Times New Roman" panose="02020603050405020304" pitchFamily="18" charset="0"/>
            </a:rPr>
            <a:t>Comptable</a:t>
          </a:r>
        </a:p>
      </dsp:txBody>
      <dsp:txXfrm>
        <a:off x="4739686" y="2274284"/>
        <a:ext cx="861913" cy="482209"/>
      </dsp:txXfrm>
    </dsp:sp>
    <dsp:sp modelId="{CC3FA9A3-2C7F-414B-AF08-BC49043740DD}">
      <dsp:nvSpPr>
        <dsp:cNvPr id="0" name=""/>
        <dsp:cNvSpPr/>
      </dsp:nvSpPr>
      <dsp:spPr>
        <a:xfrm>
          <a:off x="5688280" y="2191188"/>
          <a:ext cx="790772" cy="512213"/>
        </a:xfrm>
        <a:prstGeom prst="roundRect">
          <a:avLst>
            <a:gd name="adj" fmla="val 10000"/>
          </a:avLst>
        </a:prstGeom>
        <a:solidFill>
          <a:srgbClr val="FF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E22B19F-B076-4A90-AA5E-C458674391FA}">
      <dsp:nvSpPr>
        <dsp:cNvPr id="0" name=""/>
        <dsp:cNvSpPr/>
      </dsp:nvSpPr>
      <dsp:spPr>
        <a:xfrm>
          <a:off x="5759957" y="2259282"/>
          <a:ext cx="790772" cy="512213"/>
        </a:xfrm>
        <a:prstGeom prst="roundRect">
          <a:avLst>
            <a:gd name="adj" fmla="val 10000"/>
          </a:avLst>
        </a:prstGeom>
        <a:solidFill>
          <a:schemeClr val="lt1">
            <a:alpha val="90000"/>
            <a:hueOff val="0"/>
            <a:satOff val="0"/>
            <a:lumOff val="0"/>
            <a:alphaOff val="0"/>
          </a:schemeClr>
        </a:solidFill>
        <a:ln w="25400" cap="flat" cmpd="sng" algn="ctr">
          <a:solidFill>
            <a:srgbClr val="FF0000"/>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kern="1200" dirty="0">
              <a:latin typeface="Times New Roman" panose="02020603050405020304" pitchFamily="18" charset="0"/>
              <a:cs typeface="Times New Roman" panose="02020603050405020304" pitchFamily="18" charset="0"/>
            </a:rPr>
            <a:t>Ingénieur méthodes</a:t>
          </a:r>
        </a:p>
      </dsp:txBody>
      <dsp:txXfrm>
        <a:off x="5774959" y="2274284"/>
        <a:ext cx="760768" cy="482209"/>
      </dsp:txXfrm>
    </dsp:sp>
    <dsp:sp modelId="{290B55BD-187B-4E1B-9150-4F6F040AF00F}">
      <dsp:nvSpPr>
        <dsp:cNvPr id="0" name=""/>
        <dsp:cNvSpPr/>
      </dsp:nvSpPr>
      <dsp:spPr>
        <a:xfrm>
          <a:off x="6622408" y="2191188"/>
          <a:ext cx="820008" cy="512209"/>
        </a:xfrm>
        <a:prstGeom prst="roundRect">
          <a:avLst>
            <a:gd name="adj" fmla="val 10000"/>
          </a:avLst>
        </a:prstGeom>
        <a:solidFill>
          <a:srgbClr val="FF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7C93C72-0396-4F51-95A2-40A3793DD659}">
      <dsp:nvSpPr>
        <dsp:cNvPr id="0" name=""/>
        <dsp:cNvSpPr/>
      </dsp:nvSpPr>
      <dsp:spPr>
        <a:xfrm>
          <a:off x="6694085" y="2259282"/>
          <a:ext cx="820008" cy="512209"/>
        </a:xfrm>
        <a:prstGeom prst="roundRect">
          <a:avLst>
            <a:gd name="adj" fmla="val 10000"/>
          </a:avLst>
        </a:prstGeom>
        <a:solidFill>
          <a:schemeClr val="lt1">
            <a:alpha val="90000"/>
            <a:hueOff val="0"/>
            <a:satOff val="0"/>
            <a:lumOff val="0"/>
            <a:alphaOff val="0"/>
          </a:schemeClr>
        </a:solidFill>
        <a:ln w="25400" cap="flat" cmpd="sng" algn="ctr">
          <a:solidFill>
            <a:srgbClr val="FF0000"/>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kern="1200" dirty="0">
              <a:latin typeface="Times New Roman" panose="02020603050405020304" pitchFamily="18" charset="0"/>
              <a:cs typeface="Times New Roman" panose="02020603050405020304" pitchFamily="18" charset="0"/>
            </a:rPr>
            <a:t>Ingénieur métrologie</a:t>
          </a:r>
        </a:p>
      </dsp:txBody>
      <dsp:txXfrm>
        <a:off x="6709087" y="2274284"/>
        <a:ext cx="790004" cy="482205"/>
      </dsp:txXfrm>
    </dsp:sp>
    <dsp:sp modelId="{718E7491-FAD7-46DE-8570-62E46EEDB1EC}">
      <dsp:nvSpPr>
        <dsp:cNvPr id="0" name=""/>
        <dsp:cNvSpPr/>
      </dsp:nvSpPr>
      <dsp:spPr>
        <a:xfrm>
          <a:off x="7585771" y="2191188"/>
          <a:ext cx="896672" cy="512213"/>
        </a:xfrm>
        <a:prstGeom prst="roundRect">
          <a:avLst>
            <a:gd name="adj" fmla="val 10000"/>
          </a:avLst>
        </a:prstGeom>
        <a:solidFill>
          <a:srgbClr val="FF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D408064-BE5B-493B-B001-D3B5250581CF}">
      <dsp:nvSpPr>
        <dsp:cNvPr id="0" name=""/>
        <dsp:cNvSpPr/>
      </dsp:nvSpPr>
      <dsp:spPr>
        <a:xfrm>
          <a:off x="7657449" y="2259282"/>
          <a:ext cx="896672" cy="512213"/>
        </a:xfrm>
        <a:prstGeom prst="roundRect">
          <a:avLst>
            <a:gd name="adj" fmla="val 10000"/>
          </a:avLst>
        </a:prstGeom>
        <a:solidFill>
          <a:schemeClr val="lt1">
            <a:alpha val="90000"/>
            <a:hueOff val="0"/>
            <a:satOff val="0"/>
            <a:lumOff val="0"/>
            <a:alphaOff val="0"/>
          </a:schemeClr>
        </a:solidFill>
        <a:ln w="25400" cap="flat" cmpd="sng" algn="ctr">
          <a:solidFill>
            <a:srgbClr val="FF0000"/>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fr-FR" sz="1200" kern="1200" dirty="0">
              <a:latin typeface="Times New Roman" panose="02020603050405020304" pitchFamily="18" charset="0"/>
              <a:cs typeface="Times New Roman" panose="02020603050405020304" pitchFamily="18" charset="0"/>
            </a:rPr>
            <a:t>Technicien  maintenance</a:t>
          </a:r>
        </a:p>
      </dsp:txBody>
      <dsp:txXfrm>
        <a:off x="7672451" y="2274284"/>
        <a:ext cx="866668" cy="482209"/>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321931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377768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a:extLst>
            <a:ext uri="{FF2B5EF4-FFF2-40B4-BE49-F238E27FC236}">
              <a16:creationId xmlns:a16="http://schemas.microsoft.com/office/drawing/2014/main" id="{767F2FEA-DC6A-95DC-1938-0BA2BF331258}"/>
            </a:ext>
          </a:extLst>
        </p:cNvPr>
        <p:cNvGrpSpPr/>
        <p:nvPr/>
      </p:nvGrpSpPr>
      <p:grpSpPr>
        <a:xfrm>
          <a:off x="0" y="0"/>
          <a:ext cx="0" cy="0"/>
          <a:chOff x="0" y="0"/>
          <a:chExt cx="0" cy="0"/>
        </a:xfrm>
      </p:grpSpPr>
      <p:sp>
        <p:nvSpPr>
          <p:cNvPr id="215" name="Google Shape;215;g54dda1946d_6_332:notes">
            <a:extLst>
              <a:ext uri="{FF2B5EF4-FFF2-40B4-BE49-F238E27FC236}">
                <a16:creationId xmlns:a16="http://schemas.microsoft.com/office/drawing/2014/main" id="{7265FD27-1F73-1459-80B3-B77BBB3EE41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54dda1946d_6_332:notes">
            <a:extLst>
              <a:ext uri="{FF2B5EF4-FFF2-40B4-BE49-F238E27FC236}">
                <a16:creationId xmlns:a16="http://schemas.microsoft.com/office/drawing/2014/main" id="{02D3F55D-D702-1DF5-140C-1456CD5B931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425279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a:extLst>
            <a:ext uri="{FF2B5EF4-FFF2-40B4-BE49-F238E27FC236}">
              <a16:creationId xmlns:a16="http://schemas.microsoft.com/office/drawing/2014/main" id="{80FC25A6-503F-4CC7-AD23-DC2F87408F9D}"/>
            </a:ext>
          </a:extLst>
        </p:cNvPr>
        <p:cNvGrpSpPr/>
        <p:nvPr/>
      </p:nvGrpSpPr>
      <p:grpSpPr>
        <a:xfrm>
          <a:off x="0" y="0"/>
          <a:ext cx="0" cy="0"/>
          <a:chOff x="0" y="0"/>
          <a:chExt cx="0" cy="0"/>
        </a:xfrm>
      </p:grpSpPr>
      <p:sp>
        <p:nvSpPr>
          <p:cNvPr id="215" name="Google Shape;215;g54dda1946d_6_332:notes">
            <a:extLst>
              <a:ext uri="{FF2B5EF4-FFF2-40B4-BE49-F238E27FC236}">
                <a16:creationId xmlns:a16="http://schemas.microsoft.com/office/drawing/2014/main" id="{6B079F5F-6AFB-D6D7-21C3-7B55C0AFB0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54dda1946d_6_332:notes">
            <a:extLst>
              <a:ext uri="{FF2B5EF4-FFF2-40B4-BE49-F238E27FC236}">
                <a16:creationId xmlns:a16="http://schemas.microsoft.com/office/drawing/2014/main" id="{DF76E72D-4E16-25FA-5F6A-D81D04F9388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103939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184d99d1a72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184d99d1a7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a:extLst>
            <a:ext uri="{FF2B5EF4-FFF2-40B4-BE49-F238E27FC236}">
              <a16:creationId xmlns:a16="http://schemas.microsoft.com/office/drawing/2014/main" id="{DD87C9AE-E757-E685-03FA-42E6FE528067}"/>
            </a:ext>
          </a:extLst>
        </p:cNvPr>
        <p:cNvGrpSpPr/>
        <p:nvPr/>
      </p:nvGrpSpPr>
      <p:grpSpPr>
        <a:xfrm>
          <a:off x="0" y="0"/>
          <a:ext cx="0" cy="0"/>
          <a:chOff x="0" y="0"/>
          <a:chExt cx="0" cy="0"/>
        </a:xfrm>
      </p:grpSpPr>
      <p:sp>
        <p:nvSpPr>
          <p:cNvPr id="230" name="Google Shape;230;g184d99d1a72_0_15:notes">
            <a:extLst>
              <a:ext uri="{FF2B5EF4-FFF2-40B4-BE49-F238E27FC236}">
                <a16:creationId xmlns:a16="http://schemas.microsoft.com/office/drawing/2014/main" id="{D3EFA032-B304-DF13-3F3D-5B50CE346A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184d99d1a72_0_15:notes">
            <a:extLst>
              <a:ext uri="{FF2B5EF4-FFF2-40B4-BE49-F238E27FC236}">
                <a16:creationId xmlns:a16="http://schemas.microsoft.com/office/drawing/2014/main" id="{B125C7C3-30F2-FA20-D2EA-6540725BC63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489156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a:extLst>
            <a:ext uri="{FF2B5EF4-FFF2-40B4-BE49-F238E27FC236}">
              <a16:creationId xmlns:a16="http://schemas.microsoft.com/office/drawing/2014/main" id="{64108A07-FE4C-A733-B983-82F73F441CA0}"/>
            </a:ext>
          </a:extLst>
        </p:cNvPr>
        <p:cNvGrpSpPr/>
        <p:nvPr/>
      </p:nvGrpSpPr>
      <p:grpSpPr>
        <a:xfrm>
          <a:off x="0" y="0"/>
          <a:ext cx="0" cy="0"/>
          <a:chOff x="0" y="0"/>
          <a:chExt cx="0" cy="0"/>
        </a:xfrm>
      </p:grpSpPr>
      <p:sp>
        <p:nvSpPr>
          <p:cNvPr id="230" name="Google Shape;230;g184d99d1a72_0_15:notes">
            <a:extLst>
              <a:ext uri="{FF2B5EF4-FFF2-40B4-BE49-F238E27FC236}">
                <a16:creationId xmlns:a16="http://schemas.microsoft.com/office/drawing/2014/main" id="{1354005B-E39E-FECB-8BD7-2A85415C9AD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184d99d1a72_0_15:notes">
            <a:extLst>
              <a:ext uri="{FF2B5EF4-FFF2-40B4-BE49-F238E27FC236}">
                <a16:creationId xmlns:a16="http://schemas.microsoft.com/office/drawing/2014/main" id="{29B2ED92-9B4B-7186-4B52-96A55517E57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486048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184d99d1a72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184d99d1a72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160739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a:extLst>
            <a:ext uri="{FF2B5EF4-FFF2-40B4-BE49-F238E27FC236}">
              <a16:creationId xmlns:a16="http://schemas.microsoft.com/office/drawing/2014/main" id="{AFECF63E-C4DD-75D4-D3E4-35B2371B6E42}"/>
            </a:ext>
          </a:extLst>
        </p:cNvPr>
        <p:cNvGrpSpPr/>
        <p:nvPr/>
      </p:nvGrpSpPr>
      <p:grpSpPr>
        <a:xfrm>
          <a:off x="0" y="0"/>
          <a:ext cx="0" cy="0"/>
          <a:chOff x="0" y="0"/>
          <a:chExt cx="0" cy="0"/>
        </a:xfrm>
      </p:grpSpPr>
      <p:sp>
        <p:nvSpPr>
          <p:cNvPr id="263" name="Google Shape;263;g184d99d1a72_0_57:notes">
            <a:extLst>
              <a:ext uri="{FF2B5EF4-FFF2-40B4-BE49-F238E27FC236}">
                <a16:creationId xmlns:a16="http://schemas.microsoft.com/office/drawing/2014/main" id="{04E7378C-9697-3AD0-73A0-5A240425FD7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184d99d1a72_0_57:notes">
            <a:extLst>
              <a:ext uri="{FF2B5EF4-FFF2-40B4-BE49-F238E27FC236}">
                <a16:creationId xmlns:a16="http://schemas.microsoft.com/office/drawing/2014/main" id="{E373ADBD-23D5-880E-635F-4D767A7ECF0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720317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a:extLst>
            <a:ext uri="{FF2B5EF4-FFF2-40B4-BE49-F238E27FC236}">
              <a16:creationId xmlns:a16="http://schemas.microsoft.com/office/drawing/2014/main" id="{35DFD7B7-1860-B61A-FA9E-476050D0AC19}"/>
            </a:ext>
          </a:extLst>
        </p:cNvPr>
        <p:cNvGrpSpPr/>
        <p:nvPr/>
      </p:nvGrpSpPr>
      <p:grpSpPr>
        <a:xfrm>
          <a:off x="0" y="0"/>
          <a:ext cx="0" cy="0"/>
          <a:chOff x="0" y="0"/>
          <a:chExt cx="0" cy="0"/>
        </a:xfrm>
      </p:grpSpPr>
      <p:sp>
        <p:nvSpPr>
          <p:cNvPr id="263" name="Google Shape;263;g184d99d1a72_0_57:notes">
            <a:extLst>
              <a:ext uri="{FF2B5EF4-FFF2-40B4-BE49-F238E27FC236}">
                <a16:creationId xmlns:a16="http://schemas.microsoft.com/office/drawing/2014/main" id="{098CBE0F-6589-A45F-EA68-6633F58D64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184d99d1a72_0_57:notes">
            <a:extLst>
              <a:ext uri="{FF2B5EF4-FFF2-40B4-BE49-F238E27FC236}">
                <a16:creationId xmlns:a16="http://schemas.microsoft.com/office/drawing/2014/main" id="{147181A7-FD34-D6C8-0946-AF1449FFE23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126670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184d99d1a72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184d99d1a72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576058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a:extLst>
            <a:ext uri="{FF2B5EF4-FFF2-40B4-BE49-F238E27FC236}">
              <a16:creationId xmlns:a16="http://schemas.microsoft.com/office/drawing/2014/main" id="{540B1FCB-37B4-0EFC-F51A-ABF04945E15F}"/>
            </a:ext>
          </a:extLst>
        </p:cNvPr>
        <p:cNvGrpSpPr/>
        <p:nvPr/>
      </p:nvGrpSpPr>
      <p:grpSpPr>
        <a:xfrm>
          <a:off x="0" y="0"/>
          <a:ext cx="0" cy="0"/>
          <a:chOff x="0" y="0"/>
          <a:chExt cx="0" cy="0"/>
        </a:xfrm>
      </p:grpSpPr>
      <p:sp>
        <p:nvSpPr>
          <p:cNvPr id="263" name="Google Shape;263;g184d99d1a72_0_57:notes">
            <a:extLst>
              <a:ext uri="{FF2B5EF4-FFF2-40B4-BE49-F238E27FC236}">
                <a16:creationId xmlns:a16="http://schemas.microsoft.com/office/drawing/2014/main" id="{3E3B442D-D42A-1CDD-71F6-AB30E6DB1B1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184d99d1a72_0_57:notes">
            <a:extLst>
              <a:ext uri="{FF2B5EF4-FFF2-40B4-BE49-F238E27FC236}">
                <a16:creationId xmlns:a16="http://schemas.microsoft.com/office/drawing/2014/main" id="{6D50ADDC-7D78-A844-09A3-E26E9C476E2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439173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a:extLst>
            <a:ext uri="{FF2B5EF4-FFF2-40B4-BE49-F238E27FC236}">
              <a16:creationId xmlns:a16="http://schemas.microsoft.com/office/drawing/2014/main" id="{40664B51-AF51-B0DA-C7EB-C3E45A036D40}"/>
            </a:ext>
          </a:extLst>
        </p:cNvPr>
        <p:cNvGrpSpPr/>
        <p:nvPr/>
      </p:nvGrpSpPr>
      <p:grpSpPr>
        <a:xfrm>
          <a:off x="0" y="0"/>
          <a:ext cx="0" cy="0"/>
          <a:chOff x="0" y="0"/>
          <a:chExt cx="0" cy="0"/>
        </a:xfrm>
      </p:grpSpPr>
      <p:sp>
        <p:nvSpPr>
          <p:cNvPr id="263" name="Google Shape;263;g184d99d1a72_0_57:notes">
            <a:extLst>
              <a:ext uri="{FF2B5EF4-FFF2-40B4-BE49-F238E27FC236}">
                <a16:creationId xmlns:a16="http://schemas.microsoft.com/office/drawing/2014/main" id="{C20DEDC7-A104-389A-BADA-99567E7741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184d99d1a72_0_57:notes">
            <a:extLst>
              <a:ext uri="{FF2B5EF4-FFF2-40B4-BE49-F238E27FC236}">
                <a16:creationId xmlns:a16="http://schemas.microsoft.com/office/drawing/2014/main" id="{50B885B0-FA2B-5710-69E6-5B69D8A9996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481677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a:extLst>
            <a:ext uri="{FF2B5EF4-FFF2-40B4-BE49-F238E27FC236}">
              <a16:creationId xmlns:a16="http://schemas.microsoft.com/office/drawing/2014/main" id="{1C7D13C4-DAFF-CE08-82BF-E7F501C8E4BB}"/>
            </a:ext>
          </a:extLst>
        </p:cNvPr>
        <p:cNvGrpSpPr/>
        <p:nvPr/>
      </p:nvGrpSpPr>
      <p:grpSpPr>
        <a:xfrm>
          <a:off x="0" y="0"/>
          <a:ext cx="0" cy="0"/>
          <a:chOff x="0" y="0"/>
          <a:chExt cx="0" cy="0"/>
        </a:xfrm>
      </p:grpSpPr>
      <p:sp>
        <p:nvSpPr>
          <p:cNvPr id="263" name="Google Shape;263;g184d99d1a72_0_57:notes">
            <a:extLst>
              <a:ext uri="{FF2B5EF4-FFF2-40B4-BE49-F238E27FC236}">
                <a16:creationId xmlns:a16="http://schemas.microsoft.com/office/drawing/2014/main" id="{9490B563-AF6B-DA3A-0176-26C5FC98B8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184d99d1a72_0_57:notes">
            <a:extLst>
              <a:ext uri="{FF2B5EF4-FFF2-40B4-BE49-F238E27FC236}">
                <a16:creationId xmlns:a16="http://schemas.microsoft.com/office/drawing/2014/main" id="{57ED5604-7D03-E12D-2898-4927DCBC12D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94675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a:extLst>
            <a:ext uri="{FF2B5EF4-FFF2-40B4-BE49-F238E27FC236}">
              <a16:creationId xmlns:a16="http://schemas.microsoft.com/office/drawing/2014/main" id="{94071410-996F-1BC3-3D2A-0463853AF03B}"/>
            </a:ext>
          </a:extLst>
        </p:cNvPr>
        <p:cNvGrpSpPr/>
        <p:nvPr/>
      </p:nvGrpSpPr>
      <p:grpSpPr>
        <a:xfrm>
          <a:off x="0" y="0"/>
          <a:ext cx="0" cy="0"/>
          <a:chOff x="0" y="0"/>
          <a:chExt cx="0" cy="0"/>
        </a:xfrm>
      </p:grpSpPr>
      <p:sp>
        <p:nvSpPr>
          <p:cNvPr id="263" name="Google Shape;263;g184d99d1a72_0_57:notes">
            <a:extLst>
              <a:ext uri="{FF2B5EF4-FFF2-40B4-BE49-F238E27FC236}">
                <a16:creationId xmlns:a16="http://schemas.microsoft.com/office/drawing/2014/main" id="{F964AA00-0329-EA05-B865-30FC8E1904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184d99d1a72_0_57:notes">
            <a:extLst>
              <a:ext uri="{FF2B5EF4-FFF2-40B4-BE49-F238E27FC236}">
                <a16:creationId xmlns:a16="http://schemas.microsoft.com/office/drawing/2014/main" id="{1236FEA7-FB79-52A1-0485-9D04C3B8A16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569819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a:extLst>
            <a:ext uri="{FF2B5EF4-FFF2-40B4-BE49-F238E27FC236}">
              <a16:creationId xmlns:a16="http://schemas.microsoft.com/office/drawing/2014/main" id="{E8303C07-4586-1229-941F-13834BA947CA}"/>
            </a:ext>
          </a:extLst>
        </p:cNvPr>
        <p:cNvGrpSpPr/>
        <p:nvPr/>
      </p:nvGrpSpPr>
      <p:grpSpPr>
        <a:xfrm>
          <a:off x="0" y="0"/>
          <a:ext cx="0" cy="0"/>
          <a:chOff x="0" y="0"/>
          <a:chExt cx="0" cy="0"/>
        </a:xfrm>
      </p:grpSpPr>
      <p:sp>
        <p:nvSpPr>
          <p:cNvPr id="263" name="Google Shape;263;g184d99d1a72_0_57:notes">
            <a:extLst>
              <a:ext uri="{FF2B5EF4-FFF2-40B4-BE49-F238E27FC236}">
                <a16:creationId xmlns:a16="http://schemas.microsoft.com/office/drawing/2014/main" id="{AA743170-4F8F-A5D3-0B05-3627F06CDB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184d99d1a72_0_57:notes">
            <a:extLst>
              <a:ext uri="{FF2B5EF4-FFF2-40B4-BE49-F238E27FC236}">
                <a16:creationId xmlns:a16="http://schemas.microsoft.com/office/drawing/2014/main" id="{E59630D2-8522-C116-A83B-0B4886B383E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181905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a:extLst>
            <a:ext uri="{FF2B5EF4-FFF2-40B4-BE49-F238E27FC236}">
              <a16:creationId xmlns:a16="http://schemas.microsoft.com/office/drawing/2014/main" id="{2B1D1A8E-5C79-9770-6004-FCB81426EDAF}"/>
            </a:ext>
          </a:extLst>
        </p:cNvPr>
        <p:cNvGrpSpPr/>
        <p:nvPr/>
      </p:nvGrpSpPr>
      <p:grpSpPr>
        <a:xfrm>
          <a:off x="0" y="0"/>
          <a:ext cx="0" cy="0"/>
          <a:chOff x="0" y="0"/>
          <a:chExt cx="0" cy="0"/>
        </a:xfrm>
      </p:grpSpPr>
      <p:sp>
        <p:nvSpPr>
          <p:cNvPr id="263" name="Google Shape;263;g184d99d1a72_0_57:notes">
            <a:extLst>
              <a:ext uri="{FF2B5EF4-FFF2-40B4-BE49-F238E27FC236}">
                <a16:creationId xmlns:a16="http://schemas.microsoft.com/office/drawing/2014/main" id="{30F052A7-B1CD-2345-5B3E-83FF5445C3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184d99d1a72_0_57:notes">
            <a:extLst>
              <a:ext uri="{FF2B5EF4-FFF2-40B4-BE49-F238E27FC236}">
                <a16:creationId xmlns:a16="http://schemas.microsoft.com/office/drawing/2014/main" id="{096E7A0E-9A24-BDAD-E2C7-F0EE3B18FCB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353551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a:extLst>
            <a:ext uri="{FF2B5EF4-FFF2-40B4-BE49-F238E27FC236}">
              <a16:creationId xmlns:a16="http://schemas.microsoft.com/office/drawing/2014/main" id="{22D77912-CEBC-BF35-4D80-22F93051B621}"/>
            </a:ext>
          </a:extLst>
        </p:cNvPr>
        <p:cNvGrpSpPr/>
        <p:nvPr/>
      </p:nvGrpSpPr>
      <p:grpSpPr>
        <a:xfrm>
          <a:off x="0" y="0"/>
          <a:ext cx="0" cy="0"/>
          <a:chOff x="0" y="0"/>
          <a:chExt cx="0" cy="0"/>
        </a:xfrm>
      </p:grpSpPr>
      <p:sp>
        <p:nvSpPr>
          <p:cNvPr id="263" name="Google Shape;263;g184d99d1a72_0_57:notes">
            <a:extLst>
              <a:ext uri="{FF2B5EF4-FFF2-40B4-BE49-F238E27FC236}">
                <a16:creationId xmlns:a16="http://schemas.microsoft.com/office/drawing/2014/main" id="{2B0F54D9-4F1D-53A0-2FC5-456EA1C9DB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184d99d1a72_0_57:notes">
            <a:extLst>
              <a:ext uri="{FF2B5EF4-FFF2-40B4-BE49-F238E27FC236}">
                <a16:creationId xmlns:a16="http://schemas.microsoft.com/office/drawing/2014/main" id="{056EACC7-5682-ADFC-FF26-ECC0E123042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444617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a:extLst>
            <a:ext uri="{FF2B5EF4-FFF2-40B4-BE49-F238E27FC236}">
              <a16:creationId xmlns:a16="http://schemas.microsoft.com/office/drawing/2014/main" id="{7FF47C4D-541C-D2C2-05EE-7715740DE292}"/>
            </a:ext>
          </a:extLst>
        </p:cNvPr>
        <p:cNvGrpSpPr/>
        <p:nvPr/>
      </p:nvGrpSpPr>
      <p:grpSpPr>
        <a:xfrm>
          <a:off x="0" y="0"/>
          <a:ext cx="0" cy="0"/>
          <a:chOff x="0" y="0"/>
          <a:chExt cx="0" cy="0"/>
        </a:xfrm>
      </p:grpSpPr>
      <p:sp>
        <p:nvSpPr>
          <p:cNvPr id="263" name="Google Shape;263;g184d99d1a72_0_57:notes">
            <a:extLst>
              <a:ext uri="{FF2B5EF4-FFF2-40B4-BE49-F238E27FC236}">
                <a16:creationId xmlns:a16="http://schemas.microsoft.com/office/drawing/2014/main" id="{398C86CD-2593-5029-BCB3-E9B26A0A4EE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184d99d1a72_0_57:notes">
            <a:extLst>
              <a:ext uri="{FF2B5EF4-FFF2-40B4-BE49-F238E27FC236}">
                <a16:creationId xmlns:a16="http://schemas.microsoft.com/office/drawing/2014/main" id="{B7DC9410-A34C-A01C-0D7D-360FF13CB4A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357927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a:extLst>
            <a:ext uri="{FF2B5EF4-FFF2-40B4-BE49-F238E27FC236}">
              <a16:creationId xmlns:a16="http://schemas.microsoft.com/office/drawing/2014/main" id="{28276728-EC6D-E6B9-B504-C78E27456B9B}"/>
            </a:ext>
          </a:extLst>
        </p:cNvPr>
        <p:cNvGrpSpPr/>
        <p:nvPr/>
      </p:nvGrpSpPr>
      <p:grpSpPr>
        <a:xfrm>
          <a:off x="0" y="0"/>
          <a:ext cx="0" cy="0"/>
          <a:chOff x="0" y="0"/>
          <a:chExt cx="0" cy="0"/>
        </a:xfrm>
      </p:grpSpPr>
      <p:sp>
        <p:nvSpPr>
          <p:cNvPr id="263" name="Google Shape;263;g184d99d1a72_0_57:notes">
            <a:extLst>
              <a:ext uri="{FF2B5EF4-FFF2-40B4-BE49-F238E27FC236}">
                <a16:creationId xmlns:a16="http://schemas.microsoft.com/office/drawing/2014/main" id="{C42E853A-EB4B-91A1-066B-4E3D1BEE08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184d99d1a72_0_57:notes">
            <a:extLst>
              <a:ext uri="{FF2B5EF4-FFF2-40B4-BE49-F238E27FC236}">
                <a16:creationId xmlns:a16="http://schemas.microsoft.com/office/drawing/2014/main" id="{C56D9C8A-B2F6-6C9C-14A8-1E6ACC6FE29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222614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a:extLst>
            <a:ext uri="{FF2B5EF4-FFF2-40B4-BE49-F238E27FC236}">
              <a16:creationId xmlns:a16="http://schemas.microsoft.com/office/drawing/2014/main" id="{C25B8959-5CE5-C970-93FF-6C62ABFEA8A7}"/>
            </a:ext>
          </a:extLst>
        </p:cNvPr>
        <p:cNvGrpSpPr/>
        <p:nvPr/>
      </p:nvGrpSpPr>
      <p:grpSpPr>
        <a:xfrm>
          <a:off x="0" y="0"/>
          <a:ext cx="0" cy="0"/>
          <a:chOff x="0" y="0"/>
          <a:chExt cx="0" cy="0"/>
        </a:xfrm>
      </p:grpSpPr>
      <p:sp>
        <p:nvSpPr>
          <p:cNvPr id="263" name="Google Shape;263;g184d99d1a72_0_57:notes">
            <a:extLst>
              <a:ext uri="{FF2B5EF4-FFF2-40B4-BE49-F238E27FC236}">
                <a16:creationId xmlns:a16="http://schemas.microsoft.com/office/drawing/2014/main" id="{E0466D34-1881-5527-0B37-3525EED9A8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184d99d1a72_0_57:notes">
            <a:extLst>
              <a:ext uri="{FF2B5EF4-FFF2-40B4-BE49-F238E27FC236}">
                <a16:creationId xmlns:a16="http://schemas.microsoft.com/office/drawing/2014/main" id="{C7E69E73-1321-DDAE-2809-A264957D77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335738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a:extLst>
            <a:ext uri="{FF2B5EF4-FFF2-40B4-BE49-F238E27FC236}">
              <a16:creationId xmlns:a16="http://schemas.microsoft.com/office/drawing/2014/main" id="{473FEB3F-A440-7235-A339-B08A3E220E79}"/>
            </a:ext>
          </a:extLst>
        </p:cNvPr>
        <p:cNvGrpSpPr/>
        <p:nvPr/>
      </p:nvGrpSpPr>
      <p:grpSpPr>
        <a:xfrm>
          <a:off x="0" y="0"/>
          <a:ext cx="0" cy="0"/>
          <a:chOff x="0" y="0"/>
          <a:chExt cx="0" cy="0"/>
        </a:xfrm>
      </p:grpSpPr>
      <p:sp>
        <p:nvSpPr>
          <p:cNvPr id="263" name="Google Shape;263;g184d99d1a72_0_57:notes">
            <a:extLst>
              <a:ext uri="{FF2B5EF4-FFF2-40B4-BE49-F238E27FC236}">
                <a16:creationId xmlns:a16="http://schemas.microsoft.com/office/drawing/2014/main" id="{6D90D03A-4643-99A5-3780-64113402A5D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184d99d1a72_0_57:notes">
            <a:extLst>
              <a:ext uri="{FF2B5EF4-FFF2-40B4-BE49-F238E27FC236}">
                <a16:creationId xmlns:a16="http://schemas.microsoft.com/office/drawing/2014/main" id="{ADABA724-AA2B-5D67-1E22-87B2753630F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317392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a:extLst>
            <a:ext uri="{FF2B5EF4-FFF2-40B4-BE49-F238E27FC236}">
              <a16:creationId xmlns:a16="http://schemas.microsoft.com/office/drawing/2014/main" id="{D7FEE6A7-1747-2E96-59C4-D111BD0FDDD7}"/>
            </a:ext>
          </a:extLst>
        </p:cNvPr>
        <p:cNvGrpSpPr/>
        <p:nvPr/>
      </p:nvGrpSpPr>
      <p:grpSpPr>
        <a:xfrm>
          <a:off x="0" y="0"/>
          <a:ext cx="0" cy="0"/>
          <a:chOff x="0" y="0"/>
          <a:chExt cx="0" cy="0"/>
        </a:xfrm>
      </p:grpSpPr>
      <p:sp>
        <p:nvSpPr>
          <p:cNvPr id="263" name="Google Shape;263;g184d99d1a72_0_57:notes">
            <a:extLst>
              <a:ext uri="{FF2B5EF4-FFF2-40B4-BE49-F238E27FC236}">
                <a16:creationId xmlns:a16="http://schemas.microsoft.com/office/drawing/2014/main" id="{49BD075F-F62B-4F0E-80F0-6B15B1576B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184d99d1a72_0_57:notes">
            <a:extLst>
              <a:ext uri="{FF2B5EF4-FFF2-40B4-BE49-F238E27FC236}">
                <a16:creationId xmlns:a16="http://schemas.microsoft.com/office/drawing/2014/main" id="{264EC1BE-DF09-2DFD-EF2C-C598C912D3D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05034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a:extLst>
            <a:ext uri="{FF2B5EF4-FFF2-40B4-BE49-F238E27FC236}">
              <a16:creationId xmlns:a16="http://schemas.microsoft.com/office/drawing/2014/main" id="{4956AECD-F8F9-B138-0AFE-933E5D262586}"/>
            </a:ext>
          </a:extLst>
        </p:cNvPr>
        <p:cNvGrpSpPr/>
        <p:nvPr/>
      </p:nvGrpSpPr>
      <p:grpSpPr>
        <a:xfrm>
          <a:off x="0" y="0"/>
          <a:ext cx="0" cy="0"/>
          <a:chOff x="0" y="0"/>
          <a:chExt cx="0" cy="0"/>
        </a:xfrm>
      </p:grpSpPr>
      <p:sp>
        <p:nvSpPr>
          <p:cNvPr id="263" name="Google Shape;263;g184d99d1a72_0_57:notes">
            <a:extLst>
              <a:ext uri="{FF2B5EF4-FFF2-40B4-BE49-F238E27FC236}">
                <a16:creationId xmlns:a16="http://schemas.microsoft.com/office/drawing/2014/main" id="{589DBFBE-9C49-EAF6-7578-9DACEBD226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184d99d1a72_0_57:notes">
            <a:extLst>
              <a:ext uri="{FF2B5EF4-FFF2-40B4-BE49-F238E27FC236}">
                <a16:creationId xmlns:a16="http://schemas.microsoft.com/office/drawing/2014/main" id="{993B3B1B-56DC-3F0D-9D18-CB3F30258D6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738297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mt="11000"/>
          </a:blip>
          <a:stretch>
            <a:fillRect/>
          </a:stretch>
        </p:blipFill>
        <p:spPr>
          <a:xfrm>
            <a:off x="0" y="0"/>
            <a:ext cx="9144000" cy="5143500"/>
          </a:xfrm>
          <a:prstGeom prst="rect">
            <a:avLst/>
          </a:prstGeom>
          <a:noFill/>
          <a:ln>
            <a:noFill/>
          </a:ln>
        </p:spPr>
      </p:pic>
      <p:sp>
        <p:nvSpPr>
          <p:cNvPr id="10" name="Google Shape;10;p2"/>
          <p:cNvSpPr txBox="1">
            <a:spLocks noGrp="1"/>
          </p:cNvSpPr>
          <p:nvPr>
            <p:ph type="ctrTitle"/>
          </p:nvPr>
        </p:nvSpPr>
        <p:spPr>
          <a:xfrm>
            <a:off x="713225" y="1277575"/>
            <a:ext cx="3840600" cy="22224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3500">
                <a:latin typeface="Proxima Nova"/>
                <a:ea typeface="Proxima Nova"/>
                <a:cs typeface="Proxima Nova"/>
                <a:sym typeface="Proxima Nova"/>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713225" y="3499975"/>
            <a:ext cx="3840600" cy="365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4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2" name="Google Shape;12;p2"/>
          <p:cNvSpPr>
            <a:spLocks noGrp="1"/>
          </p:cNvSpPr>
          <p:nvPr>
            <p:ph type="pic" idx="2"/>
          </p:nvPr>
        </p:nvSpPr>
        <p:spPr>
          <a:xfrm>
            <a:off x="4953350" y="105425"/>
            <a:ext cx="4052400" cy="4932600"/>
          </a:xfrm>
          <a:prstGeom prst="rect">
            <a:avLst/>
          </a:prstGeom>
          <a:noFill/>
          <a:ln>
            <a:noFill/>
          </a:ln>
        </p:spPr>
        <p:txBody>
          <a:bodyPr/>
          <a:lstStyle/>
          <a:p>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3"/>
        <p:cNvGrpSpPr/>
        <p:nvPr/>
      </p:nvGrpSpPr>
      <p:grpSpPr>
        <a:xfrm>
          <a:off x="0" y="0"/>
          <a:ext cx="0" cy="0"/>
          <a:chOff x="0" y="0"/>
          <a:chExt cx="0" cy="0"/>
        </a:xfrm>
      </p:grpSpPr>
      <p:pic>
        <p:nvPicPr>
          <p:cNvPr id="24" name="Google Shape;24;p5"/>
          <p:cNvPicPr preferRelativeResize="0"/>
          <p:nvPr/>
        </p:nvPicPr>
        <p:blipFill>
          <a:blip r:embed="rId2">
            <a:alphaModFix amt="11000"/>
          </a:blip>
          <a:stretch>
            <a:fillRect/>
          </a:stretch>
        </p:blipFill>
        <p:spPr>
          <a:xfrm>
            <a:off x="0" y="0"/>
            <a:ext cx="9144000" cy="5143500"/>
          </a:xfrm>
          <a:prstGeom prst="rect">
            <a:avLst/>
          </a:prstGeom>
          <a:noFill/>
          <a:ln>
            <a:noFill/>
          </a:ln>
        </p:spPr>
      </p:pic>
      <p:sp>
        <p:nvSpPr>
          <p:cNvPr id="25" name="Google Shape;25;p5"/>
          <p:cNvSpPr/>
          <p:nvPr/>
        </p:nvSpPr>
        <p:spPr>
          <a:xfrm>
            <a:off x="233550" y="214525"/>
            <a:ext cx="8676900" cy="47142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26" name="Google Shape;26;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7" name="Google Shape;27;p5"/>
          <p:cNvSpPr txBox="1">
            <a:spLocks noGrp="1"/>
          </p:cNvSpPr>
          <p:nvPr>
            <p:ph type="subTitle" idx="1"/>
          </p:nvPr>
        </p:nvSpPr>
        <p:spPr>
          <a:xfrm>
            <a:off x="5605378" y="2421749"/>
            <a:ext cx="2505600" cy="1463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8" name="Google Shape;28;p5"/>
          <p:cNvSpPr txBox="1">
            <a:spLocks noGrp="1"/>
          </p:cNvSpPr>
          <p:nvPr>
            <p:ph type="subTitle" idx="2"/>
          </p:nvPr>
        </p:nvSpPr>
        <p:spPr>
          <a:xfrm>
            <a:off x="1783354" y="2421749"/>
            <a:ext cx="2505600" cy="1463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9" name="Google Shape;29;p5"/>
          <p:cNvSpPr txBox="1">
            <a:spLocks noGrp="1"/>
          </p:cNvSpPr>
          <p:nvPr>
            <p:ph type="subTitle" idx="3"/>
          </p:nvPr>
        </p:nvSpPr>
        <p:spPr>
          <a:xfrm>
            <a:off x="1783354" y="2040754"/>
            <a:ext cx="2505600" cy="45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30" name="Google Shape;30;p5"/>
          <p:cNvSpPr txBox="1">
            <a:spLocks noGrp="1"/>
          </p:cNvSpPr>
          <p:nvPr>
            <p:ph type="subTitle" idx="4"/>
          </p:nvPr>
        </p:nvSpPr>
        <p:spPr>
          <a:xfrm>
            <a:off x="5605379" y="2040754"/>
            <a:ext cx="2505600" cy="45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1"/>
        <p:cNvGrpSpPr/>
        <p:nvPr/>
      </p:nvGrpSpPr>
      <p:grpSpPr>
        <a:xfrm>
          <a:off x="0" y="0"/>
          <a:ext cx="0" cy="0"/>
          <a:chOff x="0" y="0"/>
          <a:chExt cx="0" cy="0"/>
        </a:xfrm>
      </p:grpSpPr>
      <p:pic>
        <p:nvPicPr>
          <p:cNvPr id="42" name="Google Shape;42;p8"/>
          <p:cNvPicPr preferRelativeResize="0"/>
          <p:nvPr/>
        </p:nvPicPr>
        <p:blipFill>
          <a:blip r:embed="rId2">
            <a:alphaModFix amt="11000"/>
          </a:blip>
          <a:stretch>
            <a:fillRect/>
          </a:stretch>
        </p:blipFill>
        <p:spPr>
          <a:xfrm>
            <a:off x="0" y="0"/>
            <a:ext cx="9144000" cy="5143500"/>
          </a:xfrm>
          <a:prstGeom prst="rect">
            <a:avLst/>
          </a:prstGeom>
          <a:noFill/>
          <a:ln>
            <a:noFill/>
          </a:ln>
        </p:spPr>
      </p:pic>
      <p:sp>
        <p:nvSpPr>
          <p:cNvPr id="43" name="Google Shape;43;p8"/>
          <p:cNvSpPr/>
          <p:nvPr/>
        </p:nvSpPr>
        <p:spPr>
          <a:xfrm>
            <a:off x="3651875" y="539425"/>
            <a:ext cx="5258400" cy="4064400"/>
          </a:xfrm>
          <a:prstGeom prst="rect">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4" name="Google Shape;44;p8"/>
          <p:cNvSpPr/>
          <p:nvPr/>
        </p:nvSpPr>
        <p:spPr>
          <a:xfrm>
            <a:off x="233550" y="880050"/>
            <a:ext cx="8676900" cy="33834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45" name="Google Shape;45;p8"/>
          <p:cNvSpPr>
            <a:spLocks noGrp="1"/>
          </p:cNvSpPr>
          <p:nvPr>
            <p:ph type="pic" idx="2"/>
          </p:nvPr>
        </p:nvSpPr>
        <p:spPr>
          <a:xfrm>
            <a:off x="4953350" y="105425"/>
            <a:ext cx="4052400" cy="4932600"/>
          </a:xfrm>
          <a:prstGeom prst="rect">
            <a:avLst/>
          </a:prstGeom>
          <a:noFill/>
          <a:ln>
            <a:noFill/>
          </a:ln>
        </p:spPr>
      </p:sp>
      <p:sp>
        <p:nvSpPr>
          <p:cNvPr id="46" name="Google Shape;46;p8"/>
          <p:cNvSpPr txBox="1">
            <a:spLocks noGrp="1"/>
          </p:cNvSpPr>
          <p:nvPr>
            <p:ph type="title"/>
          </p:nvPr>
        </p:nvSpPr>
        <p:spPr>
          <a:xfrm>
            <a:off x="713225" y="1307100"/>
            <a:ext cx="3889800" cy="2529300"/>
          </a:xfrm>
          <a:prstGeom prst="rect">
            <a:avLst/>
          </a:prstGeom>
        </p:spPr>
        <p:txBody>
          <a:bodyPr spcFirstLastPara="1" wrap="square" lIns="91425" tIns="91425" rIns="91425" bIns="91425" anchor="ctr" anchorCtr="0">
            <a:noAutofit/>
          </a:bodyPr>
          <a:lstStyle>
            <a:lvl1pPr lvl="0">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7"/>
        <p:cNvGrpSpPr/>
        <p:nvPr/>
      </p:nvGrpSpPr>
      <p:grpSpPr>
        <a:xfrm>
          <a:off x="0" y="0"/>
          <a:ext cx="0" cy="0"/>
          <a:chOff x="0" y="0"/>
          <a:chExt cx="0" cy="0"/>
        </a:xfrm>
      </p:grpSpPr>
      <p:pic>
        <p:nvPicPr>
          <p:cNvPr id="48" name="Google Shape;48;p9"/>
          <p:cNvPicPr preferRelativeResize="0"/>
          <p:nvPr/>
        </p:nvPicPr>
        <p:blipFill>
          <a:blip r:embed="rId2">
            <a:alphaModFix amt="11000"/>
          </a:blip>
          <a:stretch>
            <a:fillRect/>
          </a:stretch>
        </p:blipFill>
        <p:spPr>
          <a:xfrm>
            <a:off x="0" y="0"/>
            <a:ext cx="9144000" cy="5143500"/>
          </a:xfrm>
          <a:prstGeom prst="rect">
            <a:avLst/>
          </a:prstGeom>
          <a:noFill/>
          <a:ln>
            <a:noFill/>
          </a:ln>
        </p:spPr>
      </p:pic>
      <p:sp>
        <p:nvSpPr>
          <p:cNvPr id="49" name="Google Shape;49;p9"/>
          <p:cNvSpPr/>
          <p:nvPr/>
        </p:nvSpPr>
        <p:spPr>
          <a:xfrm>
            <a:off x="233550" y="880050"/>
            <a:ext cx="8676900" cy="33834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0" name="Google Shape;50;p9"/>
          <p:cNvSpPr/>
          <p:nvPr/>
        </p:nvSpPr>
        <p:spPr>
          <a:xfrm flipH="1">
            <a:off x="233725" y="539425"/>
            <a:ext cx="5258400" cy="4064400"/>
          </a:xfrm>
          <a:prstGeom prst="rect">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51" name="Google Shape;51;p9"/>
          <p:cNvSpPr>
            <a:spLocks noGrp="1"/>
          </p:cNvSpPr>
          <p:nvPr>
            <p:ph type="pic" idx="2"/>
          </p:nvPr>
        </p:nvSpPr>
        <p:spPr>
          <a:xfrm>
            <a:off x="138250" y="105425"/>
            <a:ext cx="4052400" cy="4932600"/>
          </a:xfrm>
          <a:prstGeom prst="rect">
            <a:avLst/>
          </a:prstGeom>
          <a:noFill/>
          <a:ln>
            <a:noFill/>
          </a:ln>
        </p:spPr>
      </p:sp>
      <p:sp>
        <p:nvSpPr>
          <p:cNvPr id="52" name="Google Shape;52;p9"/>
          <p:cNvSpPr txBox="1">
            <a:spLocks noGrp="1"/>
          </p:cNvSpPr>
          <p:nvPr>
            <p:ph type="title"/>
          </p:nvPr>
        </p:nvSpPr>
        <p:spPr>
          <a:xfrm>
            <a:off x="4537550" y="1189100"/>
            <a:ext cx="3893100" cy="1964400"/>
          </a:xfrm>
          <a:prstGeom prst="rect">
            <a:avLst/>
          </a:prstGeom>
        </p:spPr>
        <p:txBody>
          <a:bodyPr spcFirstLastPara="1" wrap="square" lIns="91425" tIns="91425" rIns="91425" bIns="91425" anchor="b" anchorCtr="0">
            <a:noAutofit/>
          </a:bodyPr>
          <a:lstStyle>
            <a:lvl1pPr lvl="0" algn="r" rtl="0">
              <a:spcBef>
                <a:spcPts val="0"/>
              </a:spcBef>
              <a:spcAft>
                <a:spcPts val="0"/>
              </a:spcAft>
              <a:buSzPts val="6000"/>
              <a:buNone/>
              <a:defRPr sz="6000"/>
            </a:lvl1pPr>
            <a:lvl2pPr lvl="1" algn="r" rtl="0">
              <a:spcBef>
                <a:spcPts val="0"/>
              </a:spcBef>
              <a:spcAft>
                <a:spcPts val="0"/>
              </a:spcAft>
              <a:buSzPts val="3000"/>
              <a:buNone/>
              <a:defRPr/>
            </a:lvl2pPr>
            <a:lvl3pPr lvl="2" algn="r" rtl="0">
              <a:spcBef>
                <a:spcPts val="0"/>
              </a:spcBef>
              <a:spcAft>
                <a:spcPts val="0"/>
              </a:spcAft>
              <a:buSzPts val="3000"/>
              <a:buNone/>
              <a:defRPr/>
            </a:lvl3pPr>
            <a:lvl4pPr lvl="3" algn="r" rtl="0">
              <a:spcBef>
                <a:spcPts val="0"/>
              </a:spcBef>
              <a:spcAft>
                <a:spcPts val="0"/>
              </a:spcAft>
              <a:buSzPts val="3000"/>
              <a:buNone/>
              <a:defRPr/>
            </a:lvl4pPr>
            <a:lvl5pPr lvl="4" algn="r" rtl="0">
              <a:spcBef>
                <a:spcPts val="0"/>
              </a:spcBef>
              <a:spcAft>
                <a:spcPts val="0"/>
              </a:spcAft>
              <a:buSzPts val="3000"/>
              <a:buNone/>
              <a:defRPr/>
            </a:lvl5pPr>
            <a:lvl6pPr lvl="5" algn="r" rtl="0">
              <a:spcBef>
                <a:spcPts val="0"/>
              </a:spcBef>
              <a:spcAft>
                <a:spcPts val="0"/>
              </a:spcAft>
              <a:buSzPts val="3000"/>
              <a:buNone/>
              <a:defRPr/>
            </a:lvl6pPr>
            <a:lvl7pPr lvl="6" algn="r" rtl="0">
              <a:spcBef>
                <a:spcPts val="0"/>
              </a:spcBef>
              <a:spcAft>
                <a:spcPts val="0"/>
              </a:spcAft>
              <a:buSzPts val="3000"/>
              <a:buNone/>
              <a:defRPr/>
            </a:lvl7pPr>
            <a:lvl8pPr lvl="7" algn="r" rtl="0">
              <a:spcBef>
                <a:spcPts val="0"/>
              </a:spcBef>
              <a:spcAft>
                <a:spcPts val="0"/>
              </a:spcAft>
              <a:buSzPts val="3000"/>
              <a:buNone/>
              <a:defRPr/>
            </a:lvl8pPr>
            <a:lvl9pPr lvl="8" algn="r" rtl="0">
              <a:spcBef>
                <a:spcPts val="0"/>
              </a:spcBef>
              <a:spcAft>
                <a:spcPts val="0"/>
              </a:spcAft>
              <a:buSzPts val="3000"/>
              <a:buNone/>
              <a:defRPr/>
            </a:lvl9pPr>
          </a:lstStyle>
          <a:p>
            <a:endParaRPr/>
          </a:p>
        </p:txBody>
      </p:sp>
      <p:sp>
        <p:nvSpPr>
          <p:cNvPr id="53" name="Google Shape;53;p9"/>
          <p:cNvSpPr txBox="1">
            <a:spLocks noGrp="1"/>
          </p:cNvSpPr>
          <p:nvPr>
            <p:ph type="subTitle" idx="1"/>
          </p:nvPr>
        </p:nvSpPr>
        <p:spPr>
          <a:xfrm>
            <a:off x="4537550" y="3153500"/>
            <a:ext cx="3893100" cy="671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200"/>
              <a:buNone/>
              <a:defRPr sz="1600"/>
            </a:lvl1pPr>
            <a:lvl2pPr lvl="1" algn="r" rtl="0">
              <a:lnSpc>
                <a:spcPct val="100000"/>
              </a:lnSpc>
              <a:spcBef>
                <a:spcPts val="0"/>
              </a:spcBef>
              <a:spcAft>
                <a:spcPts val="0"/>
              </a:spcAft>
              <a:buSzPts val="1200"/>
              <a:buNone/>
              <a:defRPr/>
            </a:lvl2pPr>
            <a:lvl3pPr lvl="2" algn="r" rtl="0">
              <a:lnSpc>
                <a:spcPct val="100000"/>
              </a:lnSpc>
              <a:spcBef>
                <a:spcPts val="0"/>
              </a:spcBef>
              <a:spcAft>
                <a:spcPts val="0"/>
              </a:spcAft>
              <a:buSzPts val="1200"/>
              <a:buNone/>
              <a:defRPr/>
            </a:lvl3pPr>
            <a:lvl4pPr lvl="3" algn="r" rtl="0">
              <a:lnSpc>
                <a:spcPct val="100000"/>
              </a:lnSpc>
              <a:spcBef>
                <a:spcPts val="0"/>
              </a:spcBef>
              <a:spcAft>
                <a:spcPts val="0"/>
              </a:spcAft>
              <a:buSzPts val="1200"/>
              <a:buNone/>
              <a:defRPr/>
            </a:lvl4pPr>
            <a:lvl5pPr lvl="4" algn="r" rtl="0">
              <a:lnSpc>
                <a:spcPct val="100000"/>
              </a:lnSpc>
              <a:spcBef>
                <a:spcPts val="0"/>
              </a:spcBef>
              <a:spcAft>
                <a:spcPts val="0"/>
              </a:spcAft>
              <a:buSzPts val="1200"/>
              <a:buNone/>
              <a:defRPr/>
            </a:lvl5pPr>
            <a:lvl6pPr lvl="5" algn="r" rtl="0">
              <a:lnSpc>
                <a:spcPct val="100000"/>
              </a:lnSpc>
              <a:spcBef>
                <a:spcPts val="0"/>
              </a:spcBef>
              <a:spcAft>
                <a:spcPts val="0"/>
              </a:spcAft>
              <a:buSzPts val="1200"/>
              <a:buNone/>
              <a:defRPr/>
            </a:lvl6pPr>
            <a:lvl7pPr lvl="6" algn="r" rtl="0">
              <a:lnSpc>
                <a:spcPct val="100000"/>
              </a:lnSpc>
              <a:spcBef>
                <a:spcPts val="0"/>
              </a:spcBef>
              <a:spcAft>
                <a:spcPts val="0"/>
              </a:spcAft>
              <a:buSzPts val="1200"/>
              <a:buNone/>
              <a:defRPr/>
            </a:lvl7pPr>
            <a:lvl8pPr lvl="7" algn="r" rtl="0">
              <a:lnSpc>
                <a:spcPct val="100000"/>
              </a:lnSpc>
              <a:spcBef>
                <a:spcPts val="0"/>
              </a:spcBef>
              <a:spcAft>
                <a:spcPts val="0"/>
              </a:spcAft>
              <a:buSzPts val="1200"/>
              <a:buNone/>
              <a:defRPr/>
            </a:lvl8pPr>
            <a:lvl9pPr lvl="8" algn="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4"/>
        <p:cNvGrpSpPr/>
        <p:nvPr/>
      </p:nvGrpSpPr>
      <p:grpSpPr>
        <a:xfrm>
          <a:off x="0" y="0"/>
          <a:ext cx="0" cy="0"/>
          <a:chOff x="0" y="0"/>
          <a:chExt cx="0" cy="0"/>
        </a:xfrm>
      </p:grpSpPr>
      <p:sp>
        <p:nvSpPr>
          <p:cNvPr id="55" name="Google Shape;55;p10"/>
          <p:cNvSpPr>
            <a:spLocks noGrp="1"/>
          </p:cNvSpPr>
          <p:nvPr>
            <p:ph type="pic" idx="2"/>
          </p:nvPr>
        </p:nvSpPr>
        <p:spPr>
          <a:xfrm>
            <a:off x="0" y="0"/>
            <a:ext cx="9144000" cy="5143500"/>
          </a:xfrm>
          <a:prstGeom prst="rect">
            <a:avLst/>
          </a:prstGeom>
          <a:noFill/>
          <a:ln>
            <a:noFill/>
          </a:ln>
        </p:spPr>
      </p:sp>
      <p:sp>
        <p:nvSpPr>
          <p:cNvPr id="56" name="Google Shape;56;p10"/>
          <p:cNvSpPr txBox="1">
            <a:spLocks noGrp="1"/>
          </p:cNvSpPr>
          <p:nvPr>
            <p:ph type="title"/>
          </p:nvPr>
        </p:nvSpPr>
        <p:spPr>
          <a:xfrm>
            <a:off x="1948800" y="4014450"/>
            <a:ext cx="5246400" cy="441600"/>
          </a:xfrm>
          <a:prstGeom prst="rect">
            <a:avLst/>
          </a:prstGeom>
          <a:solidFill>
            <a:schemeClr val="lt1"/>
          </a:solidFill>
        </p:spPr>
        <p:txBody>
          <a:bodyPr spcFirstLastPara="1" wrap="square" lIns="91425" tIns="91425" rIns="91425" bIns="91425" anchor="t" anchorCtr="0">
            <a:noAutofit/>
          </a:bodyPr>
          <a:lstStyle>
            <a:lvl1pPr lvl="0" algn="ctr" rtl="0">
              <a:spcBef>
                <a:spcPts val="0"/>
              </a:spcBef>
              <a:spcAft>
                <a:spcPts val="0"/>
              </a:spcAft>
              <a:buSzPts val="1800"/>
              <a:buNone/>
              <a:defRPr sz="18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62"/>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92"/>
        <p:cNvGrpSpPr/>
        <p:nvPr/>
      </p:nvGrpSpPr>
      <p:grpSpPr>
        <a:xfrm>
          <a:off x="0" y="0"/>
          <a:ext cx="0" cy="0"/>
          <a:chOff x="0" y="0"/>
          <a:chExt cx="0" cy="0"/>
        </a:xfrm>
      </p:grpSpPr>
      <p:pic>
        <p:nvPicPr>
          <p:cNvPr id="93" name="Google Shape;93;p16"/>
          <p:cNvPicPr preferRelativeResize="0"/>
          <p:nvPr/>
        </p:nvPicPr>
        <p:blipFill>
          <a:blip r:embed="rId2">
            <a:alphaModFix amt="11000"/>
          </a:blip>
          <a:stretch>
            <a:fillRect/>
          </a:stretch>
        </p:blipFill>
        <p:spPr>
          <a:xfrm>
            <a:off x="0" y="0"/>
            <a:ext cx="9144000" cy="5143500"/>
          </a:xfrm>
          <a:prstGeom prst="rect">
            <a:avLst/>
          </a:prstGeom>
          <a:noFill/>
          <a:ln>
            <a:noFill/>
          </a:ln>
        </p:spPr>
      </p:pic>
      <p:sp>
        <p:nvSpPr>
          <p:cNvPr id="94" name="Google Shape;94;p16"/>
          <p:cNvSpPr/>
          <p:nvPr/>
        </p:nvSpPr>
        <p:spPr>
          <a:xfrm>
            <a:off x="233550" y="214525"/>
            <a:ext cx="8676900" cy="47142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95" name="Google Shape;95;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6" name="Google Shape;96;p16"/>
          <p:cNvSpPr txBox="1">
            <a:spLocks noGrp="1"/>
          </p:cNvSpPr>
          <p:nvPr>
            <p:ph type="subTitle" idx="1"/>
          </p:nvPr>
        </p:nvSpPr>
        <p:spPr>
          <a:xfrm>
            <a:off x="720000" y="2626025"/>
            <a:ext cx="2305500" cy="176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7" name="Google Shape;97;p16"/>
          <p:cNvSpPr txBox="1">
            <a:spLocks noGrp="1"/>
          </p:cNvSpPr>
          <p:nvPr>
            <p:ph type="subTitle" idx="2"/>
          </p:nvPr>
        </p:nvSpPr>
        <p:spPr>
          <a:xfrm>
            <a:off x="3419224" y="2626025"/>
            <a:ext cx="2305500" cy="176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8" name="Google Shape;98;p16"/>
          <p:cNvSpPr txBox="1">
            <a:spLocks noGrp="1"/>
          </p:cNvSpPr>
          <p:nvPr>
            <p:ph type="subTitle" idx="3"/>
          </p:nvPr>
        </p:nvSpPr>
        <p:spPr>
          <a:xfrm>
            <a:off x="6118448" y="2626025"/>
            <a:ext cx="2305500" cy="176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9" name="Google Shape;99;p16"/>
          <p:cNvSpPr txBox="1">
            <a:spLocks noGrp="1"/>
          </p:cNvSpPr>
          <p:nvPr>
            <p:ph type="subTitle" idx="4"/>
          </p:nvPr>
        </p:nvSpPr>
        <p:spPr>
          <a:xfrm>
            <a:off x="720000" y="2336525"/>
            <a:ext cx="2305500" cy="365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100" name="Google Shape;100;p16"/>
          <p:cNvSpPr txBox="1">
            <a:spLocks noGrp="1"/>
          </p:cNvSpPr>
          <p:nvPr>
            <p:ph type="subTitle" idx="5"/>
          </p:nvPr>
        </p:nvSpPr>
        <p:spPr>
          <a:xfrm>
            <a:off x="3419222" y="2336525"/>
            <a:ext cx="2305500" cy="365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101" name="Google Shape;101;p16"/>
          <p:cNvSpPr txBox="1">
            <a:spLocks noGrp="1"/>
          </p:cNvSpPr>
          <p:nvPr>
            <p:ph type="subTitle" idx="6"/>
          </p:nvPr>
        </p:nvSpPr>
        <p:spPr>
          <a:xfrm>
            <a:off x="6118444" y="2336525"/>
            <a:ext cx="2305500" cy="365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02"/>
        <p:cNvGrpSpPr/>
        <p:nvPr/>
      </p:nvGrpSpPr>
      <p:grpSpPr>
        <a:xfrm>
          <a:off x="0" y="0"/>
          <a:ext cx="0" cy="0"/>
          <a:chOff x="0" y="0"/>
          <a:chExt cx="0" cy="0"/>
        </a:xfrm>
      </p:grpSpPr>
      <p:pic>
        <p:nvPicPr>
          <p:cNvPr id="103" name="Google Shape;103;p17"/>
          <p:cNvPicPr preferRelativeResize="0"/>
          <p:nvPr/>
        </p:nvPicPr>
        <p:blipFill>
          <a:blip r:embed="rId2">
            <a:alphaModFix amt="11000"/>
          </a:blip>
          <a:stretch>
            <a:fillRect/>
          </a:stretch>
        </p:blipFill>
        <p:spPr>
          <a:xfrm>
            <a:off x="0" y="0"/>
            <a:ext cx="9144000" cy="5143500"/>
          </a:xfrm>
          <a:prstGeom prst="rect">
            <a:avLst/>
          </a:prstGeom>
          <a:noFill/>
          <a:ln>
            <a:noFill/>
          </a:ln>
        </p:spPr>
      </p:pic>
      <p:sp>
        <p:nvSpPr>
          <p:cNvPr id="104" name="Google Shape;104;p17"/>
          <p:cNvSpPr/>
          <p:nvPr/>
        </p:nvSpPr>
        <p:spPr>
          <a:xfrm>
            <a:off x="233550" y="214525"/>
            <a:ext cx="8676900" cy="47142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05" name="Google Shape;105;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06" name="Google Shape;106;p17"/>
          <p:cNvSpPr txBox="1">
            <a:spLocks noGrp="1"/>
          </p:cNvSpPr>
          <p:nvPr>
            <p:ph type="subTitle" idx="1"/>
          </p:nvPr>
        </p:nvSpPr>
        <p:spPr>
          <a:xfrm>
            <a:off x="1435024" y="1735625"/>
            <a:ext cx="3102300" cy="120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7" name="Google Shape;107;p17"/>
          <p:cNvSpPr txBox="1">
            <a:spLocks noGrp="1"/>
          </p:cNvSpPr>
          <p:nvPr>
            <p:ph type="subTitle" idx="2"/>
          </p:nvPr>
        </p:nvSpPr>
        <p:spPr>
          <a:xfrm>
            <a:off x="5321696" y="1735625"/>
            <a:ext cx="3102300" cy="120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8" name="Google Shape;108;p17"/>
          <p:cNvSpPr txBox="1">
            <a:spLocks noGrp="1"/>
          </p:cNvSpPr>
          <p:nvPr>
            <p:ph type="subTitle" idx="3"/>
          </p:nvPr>
        </p:nvSpPr>
        <p:spPr>
          <a:xfrm>
            <a:off x="1435024" y="3396200"/>
            <a:ext cx="3102300" cy="120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09" name="Google Shape;109;p17"/>
          <p:cNvSpPr txBox="1">
            <a:spLocks noGrp="1"/>
          </p:cNvSpPr>
          <p:nvPr>
            <p:ph type="subTitle" idx="4"/>
          </p:nvPr>
        </p:nvSpPr>
        <p:spPr>
          <a:xfrm>
            <a:off x="5321696" y="3396200"/>
            <a:ext cx="3102300" cy="120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0" name="Google Shape;110;p17"/>
          <p:cNvSpPr txBox="1">
            <a:spLocks noGrp="1"/>
          </p:cNvSpPr>
          <p:nvPr>
            <p:ph type="subTitle" idx="5"/>
          </p:nvPr>
        </p:nvSpPr>
        <p:spPr>
          <a:xfrm>
            <a:off x="1435025" y="1446000"/>
            <a:ext cx="3102300" cy="365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111" name="Google Shape;111;p17"/>
          <p:cNvSpPr txBox="1">
            <a:spLocks noGrp="1"/>
          </p:cNvSpPr>
          <p:nvPr>
            <p:ph type="subTitle" idx="6"/>
          </p:nvPr>
        </p:nvSpPr>
        <p:spPr>
          <a:xfrm>
            <a:off x="1435025" y="3106700"/>
            <a:ext cx="3102300" cy="365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112" name="Google Shape;112;p17"/>
          <p:cNvSpPr txBox="1">
            <a:spLocks noGrp="1"/>
          </p:cNvSpPr>
          <p:nvPr>
            <p:ph type="subTitle" idx="7"/>
          </p:nvPr>
        </p:nvSpPr>
        <p:spPr>
          <a:xfrm>
            <a:off x="5321670" y="1446000"/>
            <a:ext cx="3102300" cy="365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113" name="Google Shape;113;p17"/>
          <p:cNvSpPr txBox="1">
            <a:spLocks noGrp="1"/>
          </p:cNvSpPr>
          <p:nvPr>
            <p:ph type="subTitle" idx="8"/>
          </p:nvPr>
        </p:nvSpPr>
        <p:spPr>
          <a:xfrm>
            <a:off x="5321670" y="3106700"/>
            <a:ext cx="3102300" cy="365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47"/>
        <p:cNvGrpSpPr/>
        <p:nvPr/>
      </p:nvGrpSpPr>
      <p:grpSpPr>
        <a:xfrm>
          <a:off x="0" y="0"/>
          <a:ext cx="0" cy="0"/>
          <a:chOff x="0" y="0"/>
          <a:chExt cx="0" cy="0"/>
        </a:xfrm>
      </p:grpSpPr>
      <p:pic>
        <p:nvPicPr>
          <p:cNvPr id="148" name="Google Shape;148;p21"/>
          <p:cNvPicPr preferRelativeResize="0"/>
          <p:nvPr/>
        </p:nvPicPr>
        <p:blipFill>
          <a:blip r:embed="rId2">
            <a:alphaModFix amt="11000"/>
          </a:blip>
          <a:stretch>
            <a:fillRect/>
          </a:stretch>
        </p:blipFill>
        <p:spPr>
          <a:xfrm>
            <a:off x="0" y="0"/>
            <a:ext cx="9144000" cy="5143500"/>
          </a:xfrm>
          <a:prstGeom prst="rect">
            <a:avLst/>
          </a:prstGeom>
          <a:noFill/>
          <a:ln>
            <a:noFill/>
          </a:ln>
        </p:spPr>
      </p:pic>
      <p:sp>
        <p:nvSpPr>
          <p:cNvPr id="149" name="Google Shape;149;p21"/>
          <p:cNvSpPr/>
          <p:nvPr/>
        </p:nvSpPr>
        <p:spPr>
          <a:xfrm>
            <a:off x="3651875" y="208650"/>
            <a:ext cx="5258400" cy="4726200"/>
          </a:xfrm>
          <a:prstGeom prst="rect">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50" name="Google Shape;150;p21"/>
          <p:cNvSpPr/>
          <p:nvPr/>
        </p:nvSpPr>
        <p:spPr>
          <a:xfrm>
            <a:off x="233550" y="539500"/>
            <a:ext cx="8340900" cy="40644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151"/>
        <p:cNvGrpSpPr/>
        <p:nvPr/>
      </p:nvGrpSpPr>
      <p:grpSpPr>
        <a:xfrm>
          <a:off x="0" y="0"/>
          <a:ext cx="0" cy="0"/>
          <a:chOff x="0" y="0"/>
          <a:chExt cx="0" cy="0"/>
        </a:xfrm>
      </p:grpSpPr>
      <p:pic>
        <p:nvPicPr>
          <p:cNvPr id="152" name="Google Shape;152;p22"/>
          <p:cNvPicPr preferRelativeResize="0"/>
          <p:nvPr/>
        </p:nvPicPr>
        <p:blipFill>
          <a:blip r:embed="rId2">
            <a:alphaModFix amt="11000"/>
          </a:blip>
          <a:stretch>
            <a:fillRect/>
          </a:stretch>
        </p:blipFill>
        <p:spPr>
          <a:xfrm>
            <a:off x="0" y="0"/>
            <a:ext cx="9144000" cy="5143500"/>
          </a:xfrm>
          <a:prstGeom prst="rect">
            <a:avLst/>
          </a:prstGeom>
          <a:noFill/>
          <a:ln>
            <a:noFill/>
          </a:ln>
        </p:spPr>
      </p:pic>
      <p:sp>
        <p:nvSpPr>
          <p:cNvPr id="153" name="Google Shape;153;p22"/>
          <p:cNvSpPr/>
          <p:nvPr/>
        </p:nvSpPr>
        <p:spPr>
          <a:xfrm>
            <a:off x="233550" y="214525"/>
            <a:ext cx="8676900" cy="47142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1pPr>
            <a:lvl2pPr lvl="1"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2pPr>
            <a:lvl3pPr lvl="2"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3pPr>
            <a:lvl4pPr lvl="3"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4pPr>
            <a:lvl5pPr lvl="4"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5pPr>
            <a:lvl6pPr lvl="5"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6pPr>
            <a:lvl7pPr lvl="6"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7pPr>
            <a:lvl8pPr lvl="7"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8pPr>
            <a:lvl9pPr lvl="8" rtl="0">
              <a:spcBef>
                <a:spcPts val="0"/>
              </a:spcBef>
              <a:spcAft>
                <a:spcPts val="0"/>
              </a:spcAft>
              <a:buClr>
                <a:schemeClr val="dk1"/>
              </a:buClr>
              <a:buSzPts val="3000"/>
              <a:buFont typeface="Albert Sans"/>
              <a:buNone/>
              <a:defRPr sz="3000" b="1">
                <a:solidFill>
                  <a:schemeClr val="dk1"/>
                </a:solidFill>
                <a:latin typeface="Albert Sans"/>
                <a:ea typeface="Albert Sans"/>
                <a:cs typeface="Albert Sans"/>
                <a:sym typeface="Albert Sans"/>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1pPr>
            <a:lvl2pPr marL="914400" lvl="1"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2pPr>
            <a:lvl3pPr marL="1371600" lvl="2"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3pPr>
            <a:lvl4pPr marL="1828800" lvl="3"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4pPr>
            <a:lvl5pPr marL="2286000" lvl="4"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5pPr>
            <a:lvl6pPr marL="2743200" lvl="5"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6pPr>
            <a:lvl7pPr marL="3200400" lvl="6"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7pPr>
            <a:lvl8pPr marL="3657600" lvl="7"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8pPr>
            <a:lvl9pPr marL="4114800" lvl="8"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9pPr>
          </a:lstStyle>
          <a:p>
            <a:endParaRPr/>
          </a:p>
        </p:txBody>
      </p:sp>
      <p:sp>
        <p:nvSpPr>
          <p:cNvPr id="3" name="ZoneTexte 2">
            <a:extLst>
              <a:ext uri="{FF2B5EF4-FFF2-40B4-BE49-F238E27FC236}">
                <a16:creationId xmlns:a16="http://schemas.microsoft.com/office/drawing/2014/main" id="{8FC3A96B-8EBA-15C5-6FDD-043C4A4F9CAC}"/>
              </a:ext>
            </a:extLst>
          </p:cNvPr>
          <p:cNvSpPr txBox="1"/>
          <p:nvPr userDrawn="1">
            <p:extLst>
              <p:ext uri="{1162E1C5-73C7-4A58-AE30-91384D911F3F}">
                <p184:classification xmlns:p184="http://schemas.microsoft.com/office/powerpoint/2018/4/main" val="ftr"/>
              </p:ext>
            </p:extLst>
          </p:nvPr>
        </p:nvSpPr>
        <p:spPr>
          <a:xfrm>
            <a:off x="8286750" y="4927600"/>
            <a:ext cx="828675" cy="152400"/>
          </a:xfrm>
          <a:prstGeom prst="rect">
            <a:avLst/>
          </a:prstGeom>
        </p:spPr>
        <p:txBody>
          <a:bodyPr horzOverflow="overflow" lIns="0" tIns="0" rIns="0" bIns="0">
            <a:spAutoFit/>
          </a:bodyPr>
          <a:lstStyle/>
          <a:p>
            <a:pPr algn="l"/>
            <a:r>
              <a:rPr lang="fr-FR" sz="1000">
                <a:solidFill>
                  <a:srgbClr val="000000"/>
                </a:solidFill>
                <a:latin typeface="Arial" panose="020B0604020202020204" pitchFamily="34" charset="0"/>
                <a:cs typeface="Arial" panose="020B0604020202020204" pitchFamily="34" charset="0"/>
              </a:rPr>
              <a:t>Confidential C</a:t>
            </a: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4" r:id="rId3"/>
    <p:sldLayoutId id="2147483655" r:id="rId4"/>
    <p:sldLayoutId id="2147483656" r:id="rId5"/>
    <p:sldLayoutId id="2147483658" r:id="rId6"/>
    <p:sldLayoutId id="2147483662" r:id="rId7"/>
    <p:sldLayoutId id="2147483663" r:id="rId8"/>
    <p:sldLayoutId id="2147483667" r:id="rId9"/>
    <p:sldLayoutId id="2147483668" r:id="rId10"/>
  </p:sldLayoutIdLst>
  <p:hf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2.png"/><Relationship Id="rId7" Type="http://schemas.microsoft.com/office/2007/relationships/hdphoto" Target="../media/hdphoto2.wdp"/><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4.png"/><Relationship Id="rId5" Type="http://schemas.microsoft.com/office/2007/relationships/hdphoto" Target="../media/hdphoto1.wdp"/><Relationship Id="rId4" Type="http://schemas.openxmlformats.org/officeDocument/2006/relationships/image" Target="../media/image13.png"/><Relationship Id="rId9"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18.jpeg"/><Relationship Id="rId7"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jpe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hyperlink" Target="mailto:Moustapha.niang@immeit.com" TargetMode="External"/><Relationship Id="rId2" Type="http://schemas.openxmlformats.org/officeDocument/2006/relationships/notesSlide" Target="../notesSlides/notesSlide24.xml"/><Relationship Id="rId1" Type="http://schemas.openxmlformats.org/officeDocument/2006/relationships/slideLayout" Target="../slideLayouts/slideLayout8.xml"/><Relationship Id="rId5" Type="http://schemas.openxmlformats.org/officeDocument/2006/relationships/image" Target="../media/image2.png"/><Relationship Id="rId4" Type="http://schemas.openxmlformats.org/officeDocument/2006/relationships/hyperlink" Target="mailto:gora.niang@immei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Shape 163"/>
        <p:cNvGrpSpPr/>
        <p:nvPr/>
      </p:nvGrpSpPr>
      <p:grpSpPr>
        <a:xfrm>
          <a:off x="0" y="0"/>
          <a:ext cx="0" cy="0"/>
          <a:chOff x="0" y="0"/>
          <a:chExt cx="0" cy="0"/>
        </a:xfrm>
      </p:grpSpPr>
      <p:grpSp>
        <p:nvGrpSpPr>
          <p:cNvPr id="164" name="Google Shape;164;p26"/>
          <p:cNvGrpSpPr/>
          <p:nvPr/>
        </p:nvGrpSpPr>
        <p:grpSpPr>
          <a:xfrm>
            <a:off x="149535" y="962683"/>
            <a:ext cx="8844929" cy="3983616"/>
            <a:chOff x="-374506" y="1602778"/>
            <a:chExt cx="8844929" cy="3983616"/>
          </a:xfrm>
        </p:grpSpPr>
        <p:sp>
          <p:nvSpPr>
            <p:cNvPr id="165" name="Google Shape;165;p26"/>
            <p:cNvSpPr/>
            <p:nvPr/>
          </p:nvSpPr>
          <p:spPr>
            <a:xfrm>
              <a:off x="3832407" y="1602778"/>
              <a:ext cx="4638016" cy="3983616"/>
            </a:xfrm>
            <a:prstGeom prst="rect">
              <a:avLst/>
            </a:prstGeom>
            <a:no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166" name="Google Shape;166;p26"/>
            <p:cNvSpPr/>
            <p:nvPr/>
          </p:nvSpPr>
          <p:spPr>
            <a:xfrm>
              <a:off x="-374506" y="1817281"/>
              <a:ext cx="8676900" cy="355461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Open Sans"/>
                <a:ea typeface="Open Sans"/>
                <a:cs typeface="Open Sans"/>
                <a:sym typeface="Open Sans"/>
              </a:endParaRPr>
            </a:p>
          </p:txBody>
        </p:sp>
      </p:grpSp>
      <p:sp>
        <p:nvSpPr>
          <p:cNvPr id="167" name="Google Shape;167;p26"/>
          <p:cNvSpPr txBox="1">
            <a:spLocks noGrp="1"/>
          </p:cNvSpPr>
          <p:nvPr>
            <p:ph type="ctrTitle"/>
          </p:nvPr>
        </p:nvSpPr>
        <p:spPr>
          <a:xfrm>
            <a:off x="601352" y="1353712"/>
            <a:ext cx="3303279" cy="3201557"/>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fr-FR" sz="3400" dirty="0">
                <a:solidFill>
                  <a:schemeClr val="accent1"/>
                </a:solidFill>
                <a:latin typeface="Times New Roman" panose="02020603050405020304" pitchFamily="18" charset="0"/>
                <a:cs typeface="Times New Roman" panose="02020603050405020304" pitchFamily="18" charset="0"/>
              </a:rPr>
              <a:t>I</a:t>
            </a:r>
            <a:r>
              <a:rPr lang="fr-FR" sz="3400" dirty="0">
                <a:latin typeface="Times New Roman" panose="02020603050405020304" pitchFamily="18" charset="0"/>
                <a:cs typeface="Times New Roman" panose="02020603050405020304" pitchFamily="18" charset="0"/>
              </a:rPr>
              <a:t>nstallation,</a:t>
            </a:r>
            <a:br>
              <a:rPr lang="fr-FR" sz="3400" dirty="0">
                <a:latin typeface="Times New Roman" panose="02020603050405020304" pitchFamily="18" charset="0"/>
                <a:cs typeface="Times New Roman" panose="02020603050405020304" pitchFamily="18" charset="0"/>
              </a:rPr>
            </a:br>
            <a:r>
              <a:rPr lang="fr-FR" sz="3400" dirty="0">
                <a:solidFill>
                  <a:schemeClr val="accent1"/>
                </a:solidFill>
                <a:latin typeface="Times New Roman" panose="02020603050405020304" pitchFamily="18" charset="0"/>
                <a:cs typeface="Times New Roman" panose="02020603050405020304" pitchFamily="18" charset="0"/>
              </a:rPr>
              <a:t>M</a:t>
            </a:r>
            <a:r>
              <a:rPr lang="fr-FR" sz="3400" dirty="0">
                <a:latin typeface="Times New Roman" panose="02020603050405020304" pitchFamily="18" charset="0"/>
                <a:cs typeface="Times New Roman" panose="02020603050405020304" pitchFamily="18" charset="0"/>
              </a:rPr>
              <a:t>éthodes et</a:t>
            </a:r>
            <a:br>
              <a:rPr lang="fr-FR" sz="3400" dirty="0">
                <a:latin typeface="Times New Roman" panose="02020603050405020304" pitchFamily="18" charset="0"/>
                <a:cs typeface="Times New Roman" panose="02020603050405020304" pitchFamily="18" charset="0"/>
              </a:rPr>
            </a:br>
            <a:r>
              <a:rPr lang="fr-FR" sz="3400" dirty="0">
                <a:solidFill>
                  <a:schemeClr val="accent1"/>
                </a:solidFill>
                <a:latin typeface="Times New Roman" panose="02020603050405020304" pitchFamily="18" charset="0"/>
                <a:cs typeface="Times New Roman" panose="02020603050405020304" pitchFamily="18" charset="0"/>
              </a:rPr>
              <a:t>M</a:t>
            </a:r>
            <a:r>
              <a:rPr lang="fr-FR" sz="3400" dirty="0">
                <a:latin typeface="Times New Roman" panose="02020603050405020304" pitchFamily="18" charset="0"/>
                <a:cs typeface="Times New Roman" panose="02020603050405020304" pitchFamily="18" charset="0"/>
              </a:rPr>
              <a:t>aintenance des </a:t>
            </a:r>
            <a:r>
              <a:rPr lang="fr-FR" sz="3400" dirty="0">
                <a:solidFill>
                  <a:schemeClr val="accent1"/>
                </a:solidFill>
                <a:latin typeface="Times New Roman" panose="02020603050405020304" pitchFamily="18" charset="0"/>
                <a:cs typeface="Times New Roman" panose="02020603050405020304" pitchFamily="18" charset="0"/>
              </a:rPr>
              <a:t>E</a:t>
            </a:r>
            <a:r>
              <a:rPr lang="fr-FR" sz="3400" dirty="0">
                <a:latin typeface="Times New Roman" panose="02020603050405020304" pitchFamily="18" charset="0"/>
                <a:cs typeface="Times New Roman" panose="02020603050405020304" pitchFamily="18" charset="0"/>
              </a:rPr>
              <a:t>quipements </a:t>
            </a:r>
            <a:br>
              <a:rPr lang="fr-FR" sz="3400" dirty="0">
                <a:latin typeface="Times New Roman" panose="02020603050405020304" pitchFamily="18" charset="0"/>
                <a:cs typeface="Times New Roman" panose="02020603050405020304" pitchFamily="18" charset="0"/>
              </a:rPr>
            </a:br>
            <a:r>
              <a:rPr lang="fr-FR" sz="3400" dirty="0">
                <a:solidFill>
                  <a:schemeClr val="accent1"/>
                </a:solidFill>
                <a:latin typeface="Times New Roman" panose="02020603050405020304" pitchFamily="18" charset="0"/>
                <a:cs typeface="Times New Roman" panose="02020603050405020304" pitchFamily="18" charset="0"/>
              </a:rPr>
              <a:t>I</a:t>
            </a:r>
            <a:r>
              <a:rPr lang="fr-FR" sz="3400" dirty="0">
                <a:latin typeface="Times New Roman" panose="02020603050405020304" pitchFamily="18" charset="0"/>
                <a:cs typeface="Times New Roman" panose="02020603050405020304" pitchFamily="18" charset="0"/>
              </a:rPr>
              <a:t>ndustriels et </a:t>
            </a:r>
            <a:br>
              <a:rPr lang="fr-FR" sz="3400" dirty="0">
                <a:latin typeface="Times New Roman" panose="02020603050405020304" pitchFamily="18" charset="0"/>
                <a:cs typeface="Times New Roman" panose="02020603050405020304" pitchFamily="18" charset="0"/>
              </a:rPr>
            </a:br>
            <a:r>
              <a:rPr lang="fr-FR" sz="3400" dirty="0">
                <a:solidFill>
                  <a:schemeClr val="accent1"/>
                </a:solidFill>
                <a:latin typeface="Times New Roman" panose="02020603050405020304" pitchFamily="18" charset="0"/>
                <a:cs typeface="Times New Roman" panose="02020603050405020304" pitchFamily="18" charset="0"/>
              </a:rPr>
              <a:t>T</a:t>
            </a:r>
            <a:r>
              <a:rPr lang="fr-FR" sz="3400" dirty="0">
                <a:latin typeface="Times New Roman" panose="02020603050405020304" pitchFamily="18" charset="0"/>
                <a:cs typeface="Times New Roman" panose="02020603050405020304" pitchFamily="18" charset="0"/>
              </a:rPr>
              <a:t>ertiaires</a:t>
            </a:r>
          </a:p>
        </p:txBody>
      </p:sp>
      <p:sp>
        <p:nvSpPr>
          <p:cNvPr id="10" name="ZoneTexte 9">
            <a:extLst>
              <a:ext uri="{FF2B5EF4-FFF2-40B4-BE49-F238E27FC236}">
                <a16:creationId xmlns:a16="http://schemas.microsoft.com/office/drawing/2014/main" id="{24AACFA1-1069-E59C-B1EA-4FD487957E71}"/>
              </a:ext>
            </a:extLst>
          </p:cNvPr>
          <p:cNvSpPr txBox="1"/>
          <p:nvPr/>
        </p:nvSpPr>
        <p:spPr>
          <a:xfrm>
            <a:off x="520209" y="299533"/>
            <a:ext cx="2945391" cy="627810"/>
          </a:xfrm>
          <a:prstGeom prst="rect">
            <a:avLst/>
          </a:prstGeom>
          <a:solidFill>
            <a:srgbClr val="002060"/>
          </a:solidFill>
          <a:ln>
            <a:solidFill>
              <a:srgbClr val="002060"/>
            </a:solidFill>
          </a:ln>
        </p:spPr>
        <p:txBody>
          <a:bodyPr wrap="square">
            <a:prstTxWarp prst="textTriangle">
              <a:avLst/>
            </a:prstTxWarp>
            <a:spAutoFit/>
          </a:bodyPr>
          <a:lstStyle/>
          <a:p>
            <a:r>
              <a:rPr lang="fr-FR" sz="600" b="1" dirty="0">
                <a:ln w="6600">
                  <a:solidFill>
                    <a:schemeClr val="accent2"/>
                  </a:solidFill>
                  <a:prstDash val="solid"/>
                </a:ln>
                <a:solidFill>
                  <a:schemeClr val="accent5"/>
                </a:solidFill>
                <a:effectLst>
                  <a:outerShdw dist="38100" dir="2700000" algn="tl" rotWithShape="0">
                    <a:schemeClr val="accent2"/>
                  </a:outerShdw>
                </a:effectLst>
                <a:latin typeface="Algerian" panose="04020705040A02060702" pitchFamily="82" charset="0"/>
              </a:rPr>
              <a:t>I M M E I T</a:t>
            </a:r>
            <a:endParaRPr lang="fr-FR" sz="600" dirty="0">
              <a:solidFill>
                <a:schemeClr val="accent5"/>
              </a:solidFill>
            </a:endParaRPr>
          </a:p>
        </p:txBody>
      </p:sp>
      <p:pic>
        <p:nvPicPr>
          <p:cNvPr id="2" name="Image 1" descr="Une image contenant capture d’écran, cercle, texte, logo&#10;&#10;Le contenu généré par l’IA peut être incorrect.">
            <a:extLst>
              <a:ext uri="{FF2B5EF4-FFF2-40B4-BE49-F238E27FC236}">
                <a16:creationId xmlns:a16="http://schemas.microsoft.com/office/drawing/2014/main" id="{78D12FF1-012D-D6C6-7C39-BC46FB6E0B57}"/>
              </a:ext>
            </a:extLst>
          </p:cNvPr>
          <p:cNvPicPr>
            <a:picLocks noChangeAspect="1"/>
          </p:cNvPicPr>
          <p:nvPr/>
        </p:nvPicPr>
        <p:blipFill>
          <a:blip r:embed="rId3"/>
          <a:stretch>
            <a:fillRect/>
          </a:stretch>
        </p:blipFill>
        <p:spPr>
          <a:xfrm>
            <a:off x="5382322" y="1458310"/>
            <a:ext cx="2828571" cy="2828571"/>
          </a:xfrm>
          <a:prstGeom prst="ellipse">
            <a:avLst/>
          </a:prstGeom>
          <a:ln>
            <a:noFill/>
          </a:ln>
          <a:effectLst>
            <a:softEdge rad="112500"/>
          </a:effectLst>
        </p:spPr>
      </p:pic>
    </p:spTree>
    <p:extLst>
      <p:ext uri="{BB962C8B-B14F-4D97-AF65-F5344CB8AC3E}">
        <p14:creationId xmlns:p14="http://schemas.microsoft.com/office/powerpoint/2010/main" val="40065193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Shape 217"/>
        <p:cNvGrpSpPr/>
        <p:nvPr/>
      </p:nvGrpSpPr>
      <p:grpSpPr>
        <a:xfrm>
          <a:off x="0" y="0"/>
          <a:ext cx="0" cy="0"/>
          <a:chOff x="0" y="0"/>
          <a:chExt cx="0" cy="0"/>
        </a:xfrm>
      </p:grpSpPr>
      <p:sp>
        <p:nvSpPr>
          <p:cNvPr id="219" name="Google Shape;219;p31"/>
          <p:cNvSpPr txBox="1">
            <a:spLocks noGrp="1"/>
          </p:cNvSpPr>
          <p:nvPr>
            <p:ph type="title"/>
          </p:nvPr>
        </p:nvSpPr>
        <p:spPr>
          <a:xfrm>
            <a:off x="507728" y="281739"/>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FR" sz="2000" dirty="0">
                <a:latin typeface="Times New Roman" panose="02020603050405020304" pitchFamily="18" charset="0"/>
                <a:cs typeface="Times New Roman" panose="02020603050405020304" pitchFamily="18" charset="0"/>
              </a:rPr>
              <a:t>SOMMAIRE</a:t>
            </a:r>
          </a:p>
        </p:txBody>
      </p:sp>
      <p:sp>
        <p:nvSpPr>
          <p:cNvPr id="3" name="ZoneTexte 2">
            <a:extLst>
              <a:ext uri="{FF2B5EF4-FFF2-40B4-BE49-F238E27FC236}">
                <a16:creationId xmlns:a16="http://schemas.microsoft.com/office/drawing/2014/main" id="{A3F8CD2F-8BCD-9D23-92C8-4B30CDE6725B}"/>
              </a:ext>
            </a:extLst>
          </p:cNvPr>
          <p:cNvSpPr txBox="1"/>
          <p:nvPr/>
        </p:nvSpPr>
        <p:spPr>
          <a:xfrm>
            <a:off x="1198345" y="1098703"/>
            <a:ext cx="6887002" cy="3850926"/>
          </a:xfrm>
          <a:prstGeom prst="rect">
            <a:avLst/>
          </a:prstGeom>
          <a:noFill/>
        </p:spPr>
        <p:txBody>
          <a:bodyPr wrap="square">
            <a:spAutoFit/>
          </a:bodyPr>
          <a:lstStyle/>
          <a:p>
            <a:pPr marL="571500" lvl="1" indent="-285750" algn="just">
              <a:lnSpc>
                <a:spcPct val="110000"/>
              </a:lnSpc>
              <a:spcAft>
                <a:spcPts val="1200"/>
              </a:spcAft>
              <a:buFont typeface="+mj-lt"/>
              <a:buAutoNum type="romanUcPeriod"/>
              <a:defRPr/>
            </a:pPr>
            <a:r>
              <a:rPr lang="fr-FR" sz="1200" b="1" dirty="0">
                <a:solidFill>
                  <a:srgbClr val="002060"/>
                </a:solidFill>
                <a:latin typeface="Times New Roman" panose="02020603050405020304" pitchFamily="18" charset="0"/>
                <a:ea typeface="Open Sans Extrabold" panose="020B0606030504020204" pitchFamily="34" charset="0"/>
                <a:cs typeface="Times New Roman" panose="02020603050405020304" pitchFamily="18" charset="0"/>
              </a:rPr>
              <a:t>PRESENTATION D’IMMEIT</a:t>
            </a:r>
          </a:p>
          <a:p>
            <a:pPr marL="571500" lvl="1" indent="-285750" algn="just">
              <a:lnSpc>
                <a:spcPct val="110000"/>
              </a:lnSpc>
              <a:spcAft>
                <a:spcPts val="1200"/>
              </a:spcAft>
              <a:buFont typeface="+mj-lt"/>
              <a:buAutoNum type="romanUcPeriod"/>
              <a:defRPr/>
            </a:pPr>
            <a:r>
              <a:rPr lang="fr-FR" sz="1200" b="1" dirty="0">
                <a:solidFill>
                  <a:srgbClr val="002060"/>
                </a:solidFill>
                <a:latin typeface="Times New Roman" panose="02020603050405020304" pitchFamily="18" charset="0"/>
                <a:ea typeface="Open Sans Extrabold" panose="020B0606030504020204" pitchFamily="34" charset="0"/>
                <a:cs typeface="Times New Roman" panose="02020603050405020304" pitchFamily="18" charset="0"/>
              </a:rPr>
              <a:t>DOMAINES D’ACTIVITES</a:t>
            </a:r>
          </a:p>
          <a:p>
            <a:pPr marL="571500" lvl="1" indent="-285750" algn="just">
              <a:lnSpc>
                <a:spcPct val="110000"/>
              </a:lnSpc>
              <a:spcAft>
                <a:spcPts val="1200"/>
              </a:spcAft>
              <a:buFont typeface="+mj-lt"/>
              <a:buAutoNum type="romanUcPeriod"/>
              <a:defRPr/>
            </a:pPr>
            <a:r>
              <a:rPr lang="fr-FR" sz="1200" b="1" dirty="0">
                <a:solidFill>
                  <a:srgbClr val="002060"/>
                </a:solidFill>
                <a:latin typeface="Times New Roman" panose="02020603050405020304" pitchFamily="18" charset="0"/>
                <a:ea typeface="Open Sans Extrabold" panose="020B0606030504020204" pitchFamily="34" charset="0"/>
                <a:cs typeface="Times New Roman" panose="02020603050405020304" pitchFamily="18" charset="0"/>
              </a:rPr>
              <a:t>POSITION D’IMMEIT</a:t>
            </a:r>
          </a:p>
          <a:p>
            <a:pPr marL="571500" lvl="1" indent="-285750" algn="just">
              <a:lnSpc>
                <a:spcPct val="110000"/>
              </a:lnSpc>
              <a:spcAft>
                <a:spcPts val="1200"/>
              </a:spcAft>
              <a:buFont typeface="+mj-lt"/>
              <a:buAutoNum type="romanUcPeriod"/>
              <a:defRPr/>
            </a:pPr>
            <a:r>
              <a:rPr lang="fr-FR" sz="1200" b="1" dirty="0">
                <a:solidFill>
                  <a:srgbClr val="002060"/>
                </a:solidFill>
                <a:latin typeface="Times New Roman" panose="02020603050405020304" pitchFamily="18" charset="0"/>
                <a:ea typeface="Open Sans Extrabold" panose="020B0606030504020204" pitchFamily="34" charset="0"/>
                <a:cs typeface="Times New Roman" panose="02020603050405020304" pitchFamily="18" charset="0"/>
              </a:rPr>
              <a:t>LISTE DES CONTINENTS ET DES PAYS CIBLES</a:t>
            </a:r>
          </a:p>
          <a:p>
            <a:pPr marL="571500" lvl="1" indent="-285750" algn="just">
              <a:lnSpc>
                <a:spcPct val="110000"/>
              </a:lnSpc>
              <a:spcAft>
                <a:spcPts val="1200"/>
              </a:spcAft>
              <a:buFont typeface="+mj-lt"/>
              <a:buAutoNum type="romanUcPeriod"/>
              <a:defRPr/>
            </a:pPr>
            <a:r>
              <a:rPr lang="fr-FR" sz="1200" b="1" dirty="0">
                <a:solidFill>
                  <a:srgbClr val="002060"/>
                </a:solidFill>
                <a:latin typeface="Times New Roman" panose="02020603050405020304" pitchFamily="18" charset="0"/>
                <a:ea typeface="Open Sans Extrabold" panose="020B0606030504020204" pitchFamily="34" charset="0"/>
                <a:cs typeface="Times New Roman" panose="02020603050405020304" pitchFamily="18" charset="0"/>
              </a:rPr>
              <a:t>NOS ATOUTS </a:t>
            </a:r>
          </a:p>
          <a:p>
            <a:pPr marL="571500" lvl="1" indent="-285750" algn="just">
              <a:lnSpc>
                <a:spcPct val="110000"/>
              </a:lnSpc>
              <a:spcAft>
                <a:spcPts val="1200"/>
              </a:spcAft>
              <a:buFont typeface="+mj-lt"/>
              <a:buAutoNum type="romanUcPeriod"/>
              <a:defRPr/>
            </a:pPr>
            <a:r>
              <a:rPr lang="fr-FR" sz="1200" b="1" dirty="0">
                <a:solidFill>
                  <a:srgbClr val="002060"/>
                </a:solidFill>
                <a:latin typeface="Times New Roman" panose="02020603050405020304" pitchFamily="18" charset="0"/>
                <a:ea typeface="Open Sans Extrabold" panose="020B0606030504020204" pitchFamily="34" charset="0"/>
                <a:cs typeface="Times New Roman" panose="02020603050405020304" pitchFamily="18" charset="0"/>
              </a:rPr>
              <a:t>LES AVANTAGES DE TRAVAILLER AVEC IMMEIT</a:t>
            </a:r>
          </a:p>
          <a:p>
            <a:pPr marL="571500" lvl="1" indent="-285750" algn="just">
              <a:lnSpc>
                <a:spcPct val="110000"/>
              </a:lnSpc>
              <a:spcAft>
                <a:spcPts val="1200"/>
              </a:spcAft>
              <a:buFont typeface="+mj-lt"/>
              <a:buAutoNum type="romanUcPeriod"/>
              <a:defRPr/>
            </a:pPr>
            <a:r>
              <a:rPr lang="fr-FR" sz="1200" b="1" dirty="0">
                <a:solidFill>
                  <a:srgbClr val="002060"/>
                </a:solidFill>
                <a:latin typeface="Times New Roman" panose="02020603050405020304" pitchFamily="18" charset="0"/>
                <a:ea typeface="Open Sans Extrabold" panose="020B0606030504020204" pitchFamily="34" charset="0"/>
                <a:cs typeface="Times New Roman" panose="02020603050405020304" pitchFamily="18" charset="0"/>
              </a:rPr>
              <a:t>ORGANIGRAMME D’IMMEIT</a:t>
            </a:r>
          </a:p>
          <a:p>
            <a:pPr marL="571500" lvl="1" indent="-285750" algn="just">
              <a:lnSpc>
                <a:spcPct val="110000"/>
              </a:lnSpc>
              <a:spcAft>
                <a:spcPts val="1200"/>
              </a:spcAft>
              <a:buFont typeface="+mj-lt"/>
              <a:buAutoNum type="romanUcPeriod"/>
              <a:defRPr/>
            </a:pPr>
            <a:r>
              <a:rPr lang="fr-FR" sz="1200" b="1" dirty="0">
                <a:solidFill>
                  <a:srgbClr val="002060"/>
                </a:solidFill>
                <a:latin typeface="Times New Roman" panose="02020603050405020304" pitchFamily="18" charset="0"/>
                <a:ea typeface="Open Sans Extrabold" panose="020B0606030504020204" pitchFamily="34" charset="0"/>
                <a:cs typeface="Times New Roman" panose="02020603050405020304" pitchFamily="18" charset="0"/>
              </a:rPr>
              <a:t> SAVOIR FAIRE METHODES MAINTENANCE INDUSTRIELLE ET TERTIAIRE</a:t>
            </a:r>
          </a:p>
          <a:p>
            <a:pPr marL="571500" lvl="1" indent="-285750" algn="just">
              <a:lnSpc>
                <a:spcPct val="110000"/>
              </a:lnSpc>
              <a:spcAft>
                <a:spcPts val="1200"/>
              </a:spcAft>
              <a:buFont typeface="+mj-lt"/>
              <a:buAutoNum type="romanUcPeriod"/>
              <a:defRPr/>
            </a:pPr>
            <a:r>
              <a:rPr lang="fr-FR" altLang="fr-FR" sz="1200" b="1" dirty="0">
                <a:solidFill>
                  <a:srgbClr val="002060"/>
                </a:solidFill>
                <a:latin typeface="Times New Roman" panose="02020603050405020304" pitchFamily="18" charset="0"/>
                <a:ea typeface="Open Sans Extrabold" panose="020B0606030504020204" pitchFamily="34" charset="0"/>
                <a:cs typeface="Times New Roman" panose="02020603050405020304" pitchFamily="18" charset="0"/>
              </a:rPr>
              <a:t> MAINTENANCE INDUSTRIELLE ET TERTIAIRE</a:t>
            </a:r>
          </a:p>
          <a:p>
            <a:pPr marL="571500" lvl="1" indent="-285750" algn="just">
              <a:lnSpc>
                <a:spcPct val="110000"/>
              </a:lnSpc>
              <a:spcAft>
                <a:spcPts val="1200"/>
              </a:spcAft>
              <a:buFont typeface="+mj-lt"/>
              <a:buAutoNum type="romanUcPeriod"/>
              <a:defRPr/>
            </a:pPr>
            <a:r>
              <a:rPr lang="fr-FR" altLang="fr-FR" sz="1200" b="1" dirty="0">
                <a:solidFill>
                  <a:srgbClr val="002060"/>
                </a:solidFill>
                <a:latin typeface="Times New Roman" panose="02020603050405020304" pitchFamily="18" charset="0"/>
                <a:ea typeface="Open Sans Extrabold" panose="020B0606030504020204" pitchFamily="34" charset="0"/>
                <a:cs typeface="Times New Roman" panose="02020603050405020304" pitchFamily="18" charset="0"/>
              </a:rPr>
              <a:t>NOS COMPÉTENCES</a:t>
            </a:r>
          </a:p>
          <a:p>
            <a:pPr marL="571500" lvl="1" indent="-285750" algn="just">
              <a:lnSpc>
                <a:spcPct val="110000"/>
              </a:lnSpc>
              <a:spcAft>
                <a:spcPts val="1200"/>
              </a:spcAft>
              <a:buFont typeface="+mj-lt"/>
              <a:buAutoNum type="romanUcPeriod"/>
              <a:defRPr/>
            </a:pPr>
            <a:r>
              <a:rPr lang="fr-FR" altLang="fr-FR" sz="1200" b="1" dirty="0">
                <a:solidFill>
                  <a:srgbClr val="002060"/>
                </a:solidFill>
                <a:latin typeface="Times New Roman" panose="02020603050405020304" pitchFamily="18" charset="0"/>
                <a:ea typeface="Open Sans Extrabold" panose="020B0606030504020204" pitchFamily="34" charset="0"/>
                <a:cs typeface="Times New Roman" panose="02020603050405020304" pitchFamily="18" charset="0"/>
              </a:rPr>
              <a:t>CONTACTS COMMERCIAUX</a:t>
            </a:r>
            <a:endParaRPr lang="fr-FR" sz="1050" dirty="0">
              <a:solidFill>
                <a:srgbClr val="002060"/>
              </a:solidFill>
              <a:latin typeface="Times New Roman" panose="02020603050405020304" pitchFamily="18" charset="0"/>
              <a:ea typeface="+mn-ea"/>
              <a:cs typeface="Times New Roman" panose="02020603050405020304" pitchFamily="18" charset="0"/>
            </a:endParaRPr>
          </a:p>
        </p:txBody>
      </p:sp>
      <p:sp>
        <p:nvSpPr>
          <p:cNvPr id="215" name="Ruban : incliné vers le bas 214">
            <a:extLst>
              <a:ext uri="{FF2B5EF4-FFF2-40B4-BE49-F238E27FC236}">
                <a16:creationId xmlns:a16="http://schemas.microsoft.com/office/drawing/2014/main" id="{DB1EA457-A6BA-D62C-EBE4-5BB60C17E870}"/>
              </a:ext>
            </a:extLst>
          </p:cNvPr>
          <p:cNvSpPr/>
          <p:nvPr/>
        </p:nvSpPr>
        <p:spPr>
          <a:xfrm>
            <a:off x="2616448" y="647604"/>
            <a:ext cx="3486560" cy="170778"/>
          </a:xfrm>
          <a:prstGeom prst="ribbon">
            <a:avLst/>
          </a:prstGeom>
          <a:solidFill>
            <a:srgbClr val="00206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rgbClr val="002060"/>
              </a:solidFill>
            </a:endParaRPr>
          </a:p>
        </p:txBody>
      </p:sp>
      <p:cxnSp>
        <p:nvCxnSpPr>
          <p:cNvPr id="4" name="Connecteur droit 3">
            <a:extLst>
              <a:ext uri="{FF2B5EF4-FFF2-40B4-BE49-F238E27FC236}">
                <a16:creationId xmlns:a16="http://schemas.microsoft.com/office/drawing/2014/main" id="{A6A5A6DC-A790-1CC2-91D7-F82BDA87CEF0}"/>
              </a:ext>
            </a:extLst>
          </p:cNvPr>
          <p:cNvCxnSpPr/>
          <p:nvPr/>
        </p:nvCxnSpPr>
        <p:spPr>
          <a:xfrm>
            <a:off x="0" y="1084556"/>
            <a:ext cx="9141619"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pic>
        <p:nvPicPr>
          <p:cNvPr id="5" name="Image 4" descr="Une image contenant capture d’écran, cercle, texte, logo&#10;&#10;Le contenu généré par l’IA peut être incorrect.">
            <a:extLst>
              <a:ext uri="{FF2B5EF4-FFF2-40B4-BE49-F238E27FC236}">
                <a16:creationId xmlns:a16="http://schemas.microsoft.com/office/drawing/2014/main" id="{B04FEF66-81FB-DC1D-6928-040E6E137DE1}"/>
              </a:ext>
            </a:extLst>
          </p:cNvPr>
          <p:cNvPicPr>
            <a:picLocks noChangeAspect="1"/>
          </p:cNvPicPr>
          <p:nvPr/>
        </p:nvPicPr>
        <p:blipFill>
          <a:blip r:embed="rId3"/>
          <a:stretch>
            <a:fillRect/>
          </a:stretch>
        </p:blipFill>
        <p:spPr>
          <a:xfrm>
            <a:off x="293669" y="224797"/>
            <a:ext cx="845613" cy="845613"/>
          </a:xfrm>
          <a:prstGeom prst="rect">
            <a:avLst/>
          </a:prstGeom>
          <a:effectLst/>
        </p:spPr>
      </p:pic>
    </p:spTree>
    <p:extLst>
      <p:ext uri="{BB962C8B-B14F-4D97-AF65-F5344CB8AC3E}">
        <p14:creationId xmlns:p14="http://schemas.microsoft.com/office/powerpoint/2010/main" val="27123469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Shape 217">
          <a:extLst>
            <a:ext uri="{FF2B5EF4-FFF2-40B4-BE49-F238E27FC236}">
              <a16:creationId xmlns:a16="http://schemas.microsoft.com/office/drawing/2014/main" id="{8187AC21-5BC9-F155-D135-BDD537BA021D}"/>
            </a:ext>
          </a:extLst>
        </p:cNvPr>
        <p:cNvGrpSpPr/>
        <p:nvPr/>
      </p:nvGrpSpPr>
      <p:grpSpPr>
        <a:xfrm>
          <a:off x="0" y="0"/>
          <a:ext cx="0" cy="0"/>
          <a:chOff x="0" y="0"/>
          <a:chExt cx="0" cy="0"/>
        </a:xfrm>
      </p:grpSpPr>
      <p:sp>
        <p:nvSpPr>
          <p:cNvPr id="219" name="Google Shape;219;p31">
            <a:extLst>
              <a:ext uri="{FF2B5EF4-FFF2-40B4-BE49-F238E27FC236}">
                <a16:creationId xmlns:a16="http://schemas.microsoft.com/office/drawing/2014/main" id="{354EF99C-D118-6C93-CA2D-B60A8CBDB276}"/>
              </a:ext>
            </a:extLst>
          </p:cNvPr>
          <p:cNvSpPr txBox="1">
            <a:spLocks noGrp="1"/>
          </p:cNvSpPr>
          <p:nvPr>
            <p:ph type="title"/>
          </p:nvPr>
        </p:nvSpPr>
        <p:spPr>
          <a:xfrm>
            <a:off x="507728" y="281739"/>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FR" sz="2000" dirty="0">
                <a:latin typeface="Times New Roman" panose="02020603050405020304" pitchFamily="18" charset="0"/>
                <a:cs typeface="Times New Roman" panose="02020603050405020304" pitchFamily="18" charset="0"/>
              </a:rPr>
              <a:t>PRÉSENTATION IMMEIT</a:t>
            </a:r>
          </a:p>
        </p:txBody>
      </p:sp>
      <p:sp>
        <p:nvSpPr>
          <p:cNvPr id="3" name="ZoneTexte 2">
            <a:extLst>
              <a:ext uri="{FF2B5EF4-FFF2-40B4-BE49-F238E27FC236}">
                <a16:creationId xmlns:a16="http://schemas.microsoft.com/office/drawing/2014/main" id="{50978D8B-1553-40D9-AA81-103BAE130917}"/>
              </a:ext>
            </a:extLst>
          </p:cNvPr>
          <p:cNvSpPr txBox="1"/>
          <p:nvPr/>
        </p:nvSpPr>
        <p:spPr>
          <a:xfrm>
            <a:off x="292478" y="1074244"/>
            <a:ext cx="8556662" cy="1843966"/>
          </a:xfrm>
          <a:prstGeom prst="rect">
            <a:avLst/>
          </a:prstGeom>
          <a:noFill/>
        </p:spPr>
        <p:txBody>
          <a:bodyPr wrap="square">
            <a:spAutoFit/>
          </a:bodyPr>
          <a:lstStyle/>
          <a:p>
            <a:pPr marL="285750" lvl="1" algn="just">
              <a:lnSpc>
                <a:spcPct val="110000"/>
              </a:lnSpc>
              <a:spcAft>
                <a:spcPts val="1200"/>
              </a:spcAft>
              <a:defRPr/>
            </a:pPr>
            <a:r>
              <a:rPr lang="fr-FR" sz="1100" dirty="0">
                <a:latin typeface="Times New Roman" panose="02020603050405020304" pitchFamily="18" charset="0"/>
                <a:ea typeface="+mn-ea"/>
                <a:cs typeface="Times New Roman" panose="02020603050405020304" pitchFamily="18" charset="0"/>
              </a:rPr>
              <a:t>Créée en 2024 par Yelli NIANG, Responsable du pôle méthodes maintenance et performance industrielle chez P2M en France, travaillant principalement avec des clients tels que Renault, </a:t>
            </a:r>
            <a:r>
              <a:rPr lang="fr-FR" sz="1100" dirty="0" err="1">
                <a:latin typeface="Times New Roman" panose="02020603050405020304" pitchFamily="18" charset="0"/>
                <a:ea typeface="+mn-ea"/>
                <a:cs typeface="Times New Roman" panose="02020603050405020304" pitchFamily="18" charset="0"/>
              </a:rPr>
              <a:t>Stellantis</a:t>
            </a:r>
            <a:r>
              <a:rPr lang="fr-FR" sz="1100" dirty="0">
                <a:latin typeface="Times New Roman" panose="02020603050405020304" pitchFamily="18" charset="0"/>
                <a:ea typeface="+mn-ea"/>
                <a:cs typeface="Times New Roman" panose="02020603050405020304" pitchFamily="18" charset="0"/>
              </a:rPr>
              <a:t> et Port de la Rochelle, </a:t>
            </a:r>
            <a:r>
              <a:rPr lang="fr-FR" sz="1100" b="1" dirty="0">
                <a:solidFill>
                  <a:srgbClr val="002060"/>
                </a:solidFill>
                <a:latin typeface="Times New Roman" panose="02020603050405020304" pitchFamily="18" charset="0"/>
                <a:ea typeface="+mn-ea"/>
                <a:cs typeface="Times New Roman" panose="02020603050405020304" pitchFamily="18" charset="0"/>
              </a:rPr>
              <a:t>IMMEIT</a:t>
            </a:r>
            <a:r>
              <a:rPr lang="fr-FR" sz="1100" dirty="0">
                <a:latin typeface="Times New Roman" panose="02020603050405020304" pitchFamily="18" charset="0"/>
                <a:ea typeface="+mn-ea"/>
                <a:cs typeface="Times New Roman" panose="02020603050405020304" pitchFamily="18" charset="0"/>
              </a:rPr>
              <a:t> est une entreprise spécialisée dans la gestion de la méthode maintenance et la maintenance opérationnelle multi-technique. </a:t>
            </a:r>
          </a:p>
          <a:p>
            <a:pPr marL="285750" lvl="1" algn="just">
              <a:lnSpc>
                <a:spcPct val="110000"/>
              </a:lnSpc>
              <a:spcAft>
                <a:spcPts val="1200"/>
              </a:spcAft>
              <a:defRPr/>
            </a:pPr>
            <a:r>
              <a:rPr lang="fr-FR" sz="1100" dirty="0">
                <a:latin typeface="Times New Roman" panose="02020603050405020304" pitchFamily="18" charset="0"/>
                <a:cs typeface="Times New Roman" panose="02020603050405020304" pitchFamily="18" charset="0"/>
              </a:rPr>
              <a:t>Chez </a:t>
            </a:r>
            <a:r>
              <a:rPr lang="fr-FR" sz="1100" b="1" dirty="0">
                <a:solidFill>
                  <a:srgbClr val="002060"/>
                </a:solidFill>
                <a:latin typeface="Times New Roman" panose="02020603050405020304" pitchFamily="18" charset="0"/>
                <a:cs typeface="Times New Roman" panose="02020603050405020304" pitchFamily="18" charset="0"/>
              </a:rPr>
              <a:t>IMMEIT</a:t>
            </a:r>
            <a:r>
              <a:rPr lang="fr-FR" sz="1100" dirty="0">
                <a:latin typeface="Times New Roman" panose="02020603050405020304" pitchFamily="18" charset="0"/>
                <a:cs typeface="Times New Roman" panose="02020603050405020304" pitchFamily="18" charset="0"/>
              </a:rPr>
              <a:t>, nous sommes aussi spécialisés dans l'installation, la maintenance et l'optimisation des équipements industriels et tertiaires.</a:t>
            </a:r>
            <a:endParaRPr lang="fr-FR" sz="1100" dirty="0">
              <a:latin typeface="Times New Roman" panose="02020603050405020304" pitchFamily="18" charset="0"/>
              <a:ea typeface="+mn-ea"/>
              <a:cs typeface="Times New Roman" panose="02020603050405020304" pitchFamily="18" charset="0"/>
            </a:endParaRPr>
          </a:p>
          <a:p>
            <a:pPr marL="285750" lvl="1" algn="just">
              <a:lnSpc>
                <a:spcPct val="110000"/>
              </a:lnSpc>
              <a:spcAft>
                <a:spcPts val="1200"/>
              </a:spcAft>
              <a:defRPr/>
            </a:pPr>
            <a:r>
              <a:rPr lang="fr-FR" sz="1100" dirty="0">
                <a:latin typeface="Times New Roman" panose="02020603050405020304" pitchFamily="18" charset="0"/>
                <a:ea typeface="+mn-ea"/>
                <a:cs typeface="Times New Roman" panose="02020603050405020304" pitchFamily="18" charset="0"/>
              </a:rPr>
              <a:t>À ce jour, </a:t>
            </a:r>
            <a:r>
              <a:rPr lang="fr-FR" sz="1100" b="1" dirty="0">
                <a:solidFill>
                  <a:srgbClr val="002060"/>
                </a:solidFill>
                <a:latin typeface="Times New Roman" panose="02020603050405020304" pitchFamily="18" charset="0"/>
                <a:ea typeface="+mn-ea"/>
                <a:cs typeface="Times New Roman" panose="02020603050405020304" pitchFamily="18" charset="0"/>
              </a:rPr>
              <a:t>IMMEIT</a:t>
            </a:r>
            <a:r>
              <a:rPr lang="fr-FR" sz="1100" dirty="0">
                <a:latin typeface="Times New Roman" panose="02020603050405020304" pitchFamily="18" charset="0"/>
                <a:ea typeface="+mn-ea"/>
                <a:cs typeface="Times New Roman" panose="02020603050405020304" pitchFamily="18" charset="0"/>
              </a:rPr>
              <a:t> compte 5 collaborateurs, avec pour objectif d'intervenir sur plusieurs sites au Sénégal et à l'étranger, nous disposons d'une agence industrielle et commerciale à Keur Massar, Dakar (Sénégal).</a:t>
            </a:r>
          </a:p>
          <a:p>
            <a:pPr marL="285750" lvl="1" algn="just">
              <a:lnSpc>
                <a:spcPct val="110000"/>
              </a:lnSpc>
              <a:spcAft>
                <a:spcPts val="1200"/>
              </a:spcAft>
              <a:defRPr/>
            </a:pPr>
            <a:endParaRPr lang="fr-FR" sz="1100" dirty="0">
              <a:latin typeface="Times New Roman" panose="02020603050405020304" pitchFamily="18" charset="0"/>
              <a:ea typeface="+mn-ea"/>
              <a:cs typeface="Times New Roman" panose="02020603050405020304" pitchFamily="18" charset="0"/>
            </a:endParaRPr>
          </a:p>
        </p:txBody>
      </p:sp>
      <p:sp>
        <p:nvSpPr>
          <p:cNvPr id="215" name="Ruban : incliné vers le bas 214">
            <a:extLst>
              <a:ext uri="{FF2B5EF4-FFF2-40B4-BE49-F238E27FC236}">
                <a16:creationId xmlns:a16="http://schemas.microsoft.com/office/drawing/2014/main" id="{6B6A052F-6F55-6DB8-62B8-047A6D806CF7}"/>
              </a:ext>
            </a:extLst>
          </p:cNvPr>
          <p:cNvSpPr/>
          <p:nvPr/>
        </p:nvSpPr>
        <p:spPr>
          <a:xfrm>
            <a:off x="2028914" y="679555"/>
            <a:ext cx="4735064" cy="132893"/>
          </a:xfrm>
          <a:prstGeom prst="ribbon">
            <a:avLst/>
          </a:prstGeom>
          <a:solidFill>
            <a:srgbClr val="00206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rgbClr val="002060"/>
              </a:solidFill>
            </a:endParaRPr>
          </a:p>
        </p:txBody>
      </p:sp>
      <p:grpSp>
        <p:nvGrpSpPr>
          <p:cNvPr id="2" name="Groupe 1">
            <a:extLst>
              <a:ext uri="{FF2B5EF4-FFF2-40B4-BE49-F238E27FC236}">
                <a16:creationId xmlns:a16="http://schemas.microsoft.com/office/drawing/2014/main" id="{26595C73-FF02-8842-5C64-CEA05023320B}"/>
              </a:ext>
            </a:extLst>
          </p:cNvPr>
          <p:cNvGrpSpPr/>
          <p:nvPr/>
        </p:nvGrpSpPr>
        <p:grpSpPr>
          <a:xfrm>
            <a:off x="3506548" y="2593861"/>
            <a:ext cx="4525193" cy="2265736"/>
            <a:chOff x="2127028" y="2014467"/>
            <a:chExt cx="4726736" cy="2502330"/>
          </a:xfrm>
        </p:grpSpPr>
        <p:grpSp>
          <p:nvGrpSpPr>
            <p:cNvPr id="62" name="Groupe 61">
              <a:extLst>
                <a:ext uri="{FF2B5EF4-FFF2-40B4-BE49-F238E27FC236}">
                  <a16:creationId xmlns:a16="http://schemas.microsoft.com/office/drawing/2014/main" id="{7DE8D410-F477-4B47-50DC-4277477BE074}"/>
                </a:ext>
              </a:extLst>
            </p:cNvPr>
            <p:cNvGrpSpPr/>
            <p:nvPr/>
          </p:nvGrpSpPr>
          <p:grpSpPr>
            <a:xfrm rot="21426677">
              <a:off x="2127028" y="2014467"/>
              <a:ext cx="4726736" cy="2502330"/>
              <a:chOff x="-103180" y="1280070"/>
              <a:chExt cx="6759960" cy="5132633"/>
            </a:xfrm>
          </p:grpSpPr>
          <p:sp>
            <p:nvSpPr>
              <p:cNvPr id="63" name="Ellipse 62">
                <a:extLst>
                  <a:ext uri="{FF2B5EF4-FFF2-40B4-BE49-F238E27FC236}">
                    <a16:creationId xmlns:a16="http://schemas.microsoft.com/office/drawing/2014/main" id="{65E29155-6BB3-D7BF-B0DD-63C9918E6ECA}"/>
                  </a:ext>
                </a:extLst>
              </p:cNvPr>
              <p:cNvSpPr/>
              <p:nvPr/>
            </p:nvSpPr>
            <p:spPr>
              <a:xfrm>
                <a:off x="837828" y="1646077"/>
                <a:ext cx="4824537" cy="4270867"/>
              </a:xfrm>
              <a:prstGeom prst="ellipse">
                <a:avLst/>
              </a:prstGeom>
              <a:noFill/>
              <a:ln w="76200">
                <a:solidFill>
                  <a:srgbClr val="002060"/>
                </a:solidFill>
              </a:ln>
              <a:scene3d>
                <a:camera prst="orthographicFront"/>
                <a:lightRig rig="threePt" dir="t"/>
              </a:scene3d>
              <a:sp3d prstMaterial="fla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fr-FR" sz="1000">
                  <a:latin typeface="Times New Roman" panose="02020603050405020304" pitchFamily="18" charset="0"/>
                  <a:cs typeface="Times New Roman" panose="02020603050405020304" pitchFamily="18" charset="0"/>
                </a:endParaRPr>
              </a:p>
            </p:txBody>
          </p:sp>
          <p:grpSp>
            <p:nvGrpSpPr>
              <p:cNvPr id="192" name="Groupe 191">
                <a:extLst>
                  <a:ext uri="{FF2B5EF4-FFF2-40B4-BE49-F238E27FC236}">
                    <a16:creationId xmlns:a16="http://schemas.microsoft.com/office/drawing/2014/main" id="{49437CB1-C9AC-0B15-D835-C289560312C8}"/>
                  </a:ext>
                </a:extLst>
              </p:cNvPr>
              <p:cNvGrpSpPr/>
              <p:nvPr/>
            </p:nvGrpSpPr>
            <p:grpSpPr>
              <a:xfrm>
                <a:off x="2018614" y="2951473"/>
                <a:ext cx="2448272" cy="1659118"/>
                <a:chOff x="1421225" y="1490098"/>
                <a:chExt cx="1509109" cy="1509109"/>
              </a:xfrm>
            </p:grpSpPr>
            <p:sp>
              <p:nvSpPr>
                <p:cNvPr id="200" name="Ellipse 199" title="Group- industry and technology markets ">
                  <a:extLst>
                    <a:ext uri="{FF2B5EF4-FFF2-40B4-BE49-F238E27FC236}">
                      <a16:creationId xmlns:a16="http://schemas.microsoft.com/office/drawing/2014/main" id="{B0D69E74-4B3D-E0B4-5BCE-933C1C793F1E}"/>
                    </a:ext>
                  </a:extLst>
                </p:cNvPr>
                <p:cNvSpPr/>
                <p:nvPr/>
              </p:nvSpPr>
              <p:spPr>
                <a:xfrm>
                  <a:off x="1421225" y="1490098"/>
                  <a:ext cx="1509109" cy="1509109"/>
                </a:xfrm>
                <a:prstGeom prst="ellipse">
                  <a:avLst/>
                </a:prstGeom>
                <a:noFill/>
                <a:ln>
                  <a:solidFill>
                    <a:srgbClr val="002060"/>
                  </a:solidFill>
                </a:ln>
              </p:spPr>
              <p:style>
                <a:lnRef idx="2">
                  <a:scrgbClr r="0" g="0" b="0"/>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fr-FR" sz="1000">
                    <a:solidFill>
                      <a:sysClr val="windowText" lastClr="000000"/>
                    </a:solidFill>
                  </a:endParaRPr>
                </a:p>
              </p:txBody>
            </p:sp>
            <p:sp>
              <p:nvSpPr>
                <p:cNvPr id="201" name="Ellipse 4">
                  <a:extLst>
                    <a:ext uri="{FF2B5EF4-FFF2-40B4-BE49-F238E27FC236}">
                      <a16:creationId xmlns:a16="http://schemas.microsoft.com/office/drawing/2014/main" id="{BF77A75E-72BF-3053-7338-F5FA36E90CFD}"/>
                    </a:ext>
                  </a:extLst>
                </p:cNvPr>
                <p:cNvSpPr txBox="1"/>
                <p:nvPr/>
              </p:nvSpPr>
              <p:spPr>
                <a:xfrm rot="173323">
                  <a:off x="1764333" y="1765892"/>
                  <a:ext cx="893858" cy="81172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7780" tIns="17780" rIns="17780" bIns="17780" numCol="1" spcCol="1270" rtlCol="0" anchor="ctr" anchorCtr="0">
                  <a:noAutofit/>
                </a:bodyPr>
                <a:lstStyle/>
                <a:p>
                  <a:pPr marL="0" lvl="0" indent="0" algn="ctr" defTabSz="622300" rtl="0">
                    <a:lnSpc>
                      <a:spcPct val="150000"/>
                    </a:lnSpc>
                    <a:spcBef>
                      <a:spcPct val="0"/>
                    </a:spcBef>
                    <a:spcAft>
                      <a:spcPct val="35000"/>
                    </a:spcAft>
                    <a:buNone/>
                  </a:pPr>
                  <a:r>
                    <a:rPr lang="fr-FR" sz="1800" b="1" kern="1200" noProof="0" dirty="0">
                      <a:solidFill>
                        <a:srgbClr val="002060"/>
                      </a:solidFill>
                      <a:latin typeface="Times New Roman" panose="02020603050405020304" pitchFamily="18" charset="0"/>
                      <a:cs typeface="Times New Roman" panose="02020603050405020304" pitchFamily="18" charset="0"/>
                    </a:rPr>
                    <a:t>IMMEIT</a:t>
                  </a:r>
                </a:p>
                <a:p>
                  <a:pPr marL="0" lvl="0" indent="0" algn="ctr" defTabSz="622300" rtl="0">
                    <a:lnSpc>
                      <a:spcPct val="150000"/>
                    </a:lnSpc>
                    <a:spcBef>
                      <a:spcPct val="0"/>
                    </a:spcBef>
                    <a:spcAft>
                      <a:spcPct val="35000"/>
                    </a:spcAft>
                    <a:buNone/>
                  </a:pPr>
                  <a:endParaRPr lang="fr-FR" sz="1800" b="1" kern="1200" noProof="0" dirty="0">
                    <a:solidFill>
                      <a:srgbClr val="002060"/>
                    </a:solidFill>
                    <a:latin typeface="Times New Roman" panose="02020603050405020304" pitchFamily="18" charset="0"/>
                    <a:cs typeface="Times New Roman" panose="02020603050405020304" pitchFamily="18" charset="0"/>
                  </a:endParaRPr>
                </a:p>
              </p:txBody>
            </p:sp>
          </p:grpSp>
          <p:sp>
            <p:nvSpPr>
              <p:cNvPr id="193" name="Ellipse 192">
                <a:extLst>
                  <a:ext uri="{FF2B5EF4-FFF2-40B4-BE49-F238E27FC236}">
                    <a16:creationId xmlns:a16="http://schemas.microsoft.com/office/drawing/2014/main" id="{836BFB88-0538-EE07-A0A3-4628B6DF6E41}"/>
                  </a:ext>
                </a:extLst>
              </p:cNvPr>
              <p:cNvSpPr/>
              <p:nvPr/>
            </p:nvSpPr>
            <p:spPr>
              <a:xfrm>
                <a:off x="-103180" y="2447099"/>
                <a:ext cx="2165144" cy="1148309"/>
              </a:xfrm>
              <a:prstGeom prst="ellipse">
                <a:avLst/>
              </a:prstGeom>
              <a:solidFill>
                <a:srgbClr val="002060"/>
              </a:solidFill>
              <a:ln>
                <a:noFill/>
              </a:ln>
            </p:spPr>
            <p:style>
              <a:lnRef idx="3">
                <a:schemeClr val="lt1"/>
              </a:lnRef>
              <a:fillRef idx="1">
                <a:schemeClr val="accent2"/>
              </a:fillRef>
              <a:effectRef idx="1">
                <a:schemeClr val="accent2"/>
              </a:effectRef>
              <a:fontRef idx="minor">
                <a:schemeClr val="lt1"/>
              </a:fontRef>
            </p:style>
            <p:txBody>
              <a:bodyPr rtlCol="0" anchor="ctr"/>
              <a:lstStyle/>
              <a:p>
                <a:pPr algn="ctr"/>
                <a:r>
                  <a:rPr lang="fr-FR" sz="1000" dirty="0">
                    <a:latin typeface="Times New Roman" panose="02020603050405020304" pitchFamily="18" charset="0"/>
                    <a:cs typeface="Times New Roman" panose="02020603050405020304" pitchFamily="18" charset="0"/>
                  </a:rPr>
                  <a:t>Fiabilisation des équipements industriels</a:t>
                </a:r>
                <a:endParaRPr lang="fr-FR" sz="1000" dirty="0"/>
              </a:p>
            </p:txBody>
          </p:sp>
          <p:sp>
            <p:nvSpPr>
              <p:cNvPr id="194" name="Ellipse 193">
                <a:extLst>
                  <a:ext uri="{FF2B5EF4-FFF2-40B4-BE49-F238E27FC236}">
                    <a16:creationId xmlns:a16="http://schemas.microsoft.com/office/drawing/2014/main" id="{523D7B97-399B-E247-3955-DE0E24761A97}"/>
                  </a:ext>
                </a:extLst>
              </p:cNvPr>
              <p:cNvSpPr/>
              <p:nvPr/>
            </p:nvSpPr>
            <p:spPr>
              <a:xfrm>
                <a:off x="4568912" y="3031738"/>
                <a:ext cx="2087868" cy="1148310"/>
              </a:xfrm>
              <a:prstGeom prst="ellipse">
                <a:avLst/>
              </a:prstGeom>
              <a:solidFill>
                <a:srgbClr val="002060"/>
              </a:solidFill>
              <a:ln>
                <a:noFill/>
              </a:ln>
            </p:spPr>
            <p:style>
              <a:lnRef idx="3">
                <a:schemeClr val="lt1"/>
              </a:lnRef>
              <a:fillRef idx="1">
                <a:schemeClr val="accent2"/>
              </a:fillRef>
              <a:effectRef idx="1">
                <a:schemeClr val="accent2"/>
              </a:effectRef>
              <a:fontRef idx="minor">
                <a:schemeClr val="lt1"/>
              </a:fontRef>
            </p:style>
            <p:txBody>
              <a:bodyPr rtlCol="0" anchor="ctr"/>
              <a:lstStyle/>
              <a:p>
                <a:pPr algn="ctr"/>
                <a:r>
                  <a:rPr lang="fr-FR" sz="1000" dirty="0">
                    <a:latin typeface="Times New Roman" panose="02020603050405020304" pitchFamily="18" charset="0"/>
                    <a:cs typeface="Times New Roman" panose="02020603050405020304" pitchFamily="18" charset="0"/>
                  </a:rPr>
                  <a:t>Gestion de la documentation technique</a:t>
                </a:r>
                <a:endParaRPr lang="fr-FR" sz="1000" dirty="0"/>
              </a:p>
            </p:txBody>
          </p:sp>
          <p:sp>
            <p:nvSpPr>
              <p:cNvPr id="195" name="Ellipse 194">
                <a:extLst>
                  <a:ext uri="{FF2B5EF4-FFF2-40B4-BE49-F238E27FC236}">
                    <a16:creationId xmlns:a16="http://schemas.microsoft.com/office/drawing/2014/main" id="{A8D7B341-DABC-2ACC-7BA2-EFED7C62FA64}"/>
                  </a:ext>
                </a:extLst>
              </p:cNvPr>
              <p:cNvSpPr/>
              <p:nvPr/>
            </p:nvSpPr>
            <p:spPr>
              <a:xfrm>
                <a:off x="2157312" y="5264393"/>
                <a:ext cx="1728192" cy="1148310"/>
              </a:xfrm>
              <a:prstGeom prst="ellipse">
                <a:avLst/>
              </a:prstGeom>
              <a:solidFill>
                <a:srgbClr val="002060"/>
              </a:solidFill>
              <a:ln>
                <a:noFill/>
              </a:ln>
            </p:spPr>
            <p:style>
              <a:lnRef idx="3">
                <a:schemeClr val="lt1"/>
              </a:lnRef>
              <a:fillRef idx="1">
                <a:schemeClr val="accent2"/>
              </a:fillRef>
              <a:effectRef idx="1">
                <a:schemeClr val="accent2"/>
              </a:effectRef>
              <a:fontRef idx="minor">
                <a:schemeClr val="lt1"/>
              </a:fontRef>
            </p:style>
            <p:txBody>
              <a:bodyPr rtlCol="0" anchor="ctr"/>
              <a:lstStyle/>
              <a:p>
                <a:pPr algn="ctr"/>
                <a:r>
                  <a:rPr lang="fr-FR" sz="1000" dirty="0">
                    <a:latin typeface="Times New Roman" panose="02020603050405020304" pitchFamily="18" charset="0"/>
                    <a:cs typeface="Times New Roman" panose="02020603050405020304" pitchFamily="18" charset="0"/>
                  </a:rPr>
                  <a:t>Plannings préventifs et projets</a:t>
                </a:r>
                <a:endParaRPr lang="fr-FR" sz="1000" dirty="0"/>
              </a:p>
            </p:txBody>
          </p:sp>
          <p:sp>
            <p:nvSpPr>
              <p:cNvPr id="196" name="Ellipse 195">
                <a:extLst>
                  <a:ext uri="{FF2B5EF4-FFF2-40B4-BE49-F238E27FC236}">
                    <a16:creationId xmlns:a16="http://schemas.microsoft.com/office/drawing/2014/main" id="{C4D858B7-ADF3-FC0D-EE23-0BC97437ABB6}"/>
                  </a:ext>
                </a:extLst>
              </p:cNvPr>
              <p:cNvSpPr/>
              <p:nvPr/>
            </p:nvSpPr>
            <p:spPr>
              <a:xfrm>
                <a:off x="300974" y="4194542"/>
                <a:ext cx="1728192" cy="1148310"/>
              </a:xfrm>
              <a:prstGeom prst="ellipse">
                <a:avLst/>
              </a:prstGeom>
              <a:solidFill>
                <a:srgbClr val="002060"/>
              </a:solidFill>
              <a:ln>
                <a:noFill/>
              </a:ln>
            </p:spPr>
            <p:style>
              <a:lnRef idx="3">
                <a:schemeClr val="lt1"/>
              </a:lnRef>
              <a:fillRef idx="1">
                <a:schemeClr val="accent2"/>
              </a:fillRef>
              <a:effectRef idx="1">
                <a:schemeClr val="accent2"/>
              </a:effectRef>
              <a:fontRef idx="minor">
                <a:schemeClr val="lt1"/>
              </a:fontRef>
            </p:style>
            <p:txBody>
              <a:bodyPr rtlCol="0" anchor="ctr"/>
              <a:lstStyle/>
              <a:p>
                <a:pPr algn="ctr"/>
                <a:r>
                  <a:rPr lang="fr-FR" sz="1000" dirty="0">
                    <a:latin typeface="Times New Roman" panose="02020603050405020304" pitchFamily="18" charset="0"/>
                    <a:cs typeface="Times New Roman" panose="02020603050405020304" pitchFamily="18" charset="0"/>
                  </a:rPr>
                  <a:t>Gestion de la GMAO</a:t>
                </a:r>
                <a:endParaRPr lang="fr-FR" sz="1000" dirty="0"/>
              </a:p>
            </p:txBody>
          </p:sp>
          <p:sp>
            <p:nvSpPr>
              <p:cNvPr id="197" name="Ellipse 196">
                <a:extLst>
                  <a:ext uri="{FF2B5EF4-FFF2-40B4-BE49-F238E27FC236}">
                    <a16:creationId xmlns:a16="http://schemas.microsoft.com/office/drawing/2014/main" id="{0DC2757E-3B5D-6714-8B07-05FEE3F62917}"/>
                  </a:ext>
                </a:extLst>
              </p:cNvPr>
              <p:cNvSpPr/>
              <p:nvPr/>
            </p:nvSpPr>
            <p:spPr>
              <a:xfrm>
                <a:off x="1690584" y="1280070"/>
                <a:ext cx="1835409" cy="1140554"/>
              </a:xfrm>
              <a:prstGeom prst="ellipse">
                <a:avLst/>
              </a:prstGeom>
              <a:solidFill>
                <a:srgbClr val="002060"/>
              </a:solidFill>
              <a:ln>
                <a:noFill/>
              </a:ln>
            </p:spPr>
            <p:style>
              <a:lnRef idx="3">
                <a:schemeClr val="lt1"/>
              </a:lnRef>
              <a:fillRef idx="1">
                <a:schemeClr val="accent2"/>
              </a:fillRef>
              <a:effectRef idx="1">
                <a:schemeClr val="accent2"/>
              </a:effectRef>
              <a:fontRef idx="minor">
                <a:schemeClr val="lt1"/>
              </a:fontRef>
            </p:style>
            <p:txBody>
              <a:bodyPr rtlCol="0" anchor="ctr"/>
              <a:lstStyle/>
              <a:p>
                <a:pPr algn="ctr"/>
                <a:r>
                  <a:rPr lang="fr-FR" sz="1000" dirty="0">
                    <a:latin typeface="Times New Roman" panose="02020603050405020304" pitchFamily="18" charset="0"/>
                    <a:cs typeface="Times New Roman" panose="02020603050405020304" pitchFamily="18" charset="0"/>
                  </a:rPr>
                  <a:t>Amélioration des processus</a:t>
                </a:r>
                <a:endParaRPr lang="fr-FR" sz="1000" dirty="0"/>
              </a:p>
            </p:txBody>
          </p:sp>
          <p:sp>
            <p:nvSpPr>
              <p:cNvPr id="198" name="Ellipse 197">
                <a:extLst>
                  <a:ext uri="{FF2B5EF4-FFF2-40B4-BE49-F238E27FC236}">
                    <a16:creationId xmlns:a16="http://schemas.microsoft.com/office/drawing/2014/main" id="{9F199BE3-C91E-92EA-E0F7-22496A90798F}"/>
                  </a:ext>
                </a:extLst>
              </p:cNvPr>
              <p:cNvSpPr/>
              <p:nvPr/>
            </p:nvSpPr>
            <p:spPr>
              <a:xfrm>
                <a:off x="3798200" y="1402872"/>
                <a:ext cx="1728192" cy="1148310"/>
              </a:xfrm>
              <a:prstGeom prst="ellipse">
                <a:avLst/>
              </a:prstGeom>
              <a:solidFill>
                <a:srgbClr val="002060"/>
              </a:solidFill>
              <a:ln>
                <a:noFill/>
              </a:ln>
            </p:spPr>
            <p:style>
              <a:lnRef idx="3">
                <a:schemeClr val="lt1"/>
              </a:lnRef>
              <a:fillRef idx="1">
                <a:schemeClr val="accent2"/>
              </a:fillRef>
              <a:effectRef idx="1">
                <a:schemeClr val="accent2"/>
              </a:effectRef>
              <a:fontRef idx="minor">
                <a:schemeClr val="lt1"/>
              </a:fontRef>
            </p:style>
            <p:txBody>
              <a:bodyPr rtlCol="0" anchor="ctr"/>
              <a:lstStyle/>
              <a:p>
                <a:pPr algn="ctr"/>
                <a:r>
                  <a:rPr lang="fr-FR" sz="1000" dirty="0">
                    <a:latin typeface="Times New Roman" panose="02020603050405020304" pitchFamily="18" charset="0"/>
                    <a:cs typeface="Times New Roman" panose="02020603050405020304" pitchFamily="18" charset="0"/>
                  </a:rPr>
                  <a:t>Gestion de projet</a:t>
                </a:r>
                <a:endParaRPr lang="fr-FR" sz="1000" dirty="0"/>
              </a:p>
            </p:txBody>
          </p:sp>
          <p:sp>
            <p:nvSpPr>
              <p:cNvPr id="199" name="Ellipse 198">
                <a:extLst>
                  <a:ext uri="{FF2B5EF4-FFF2-40B4-BE49-F238E27FC236}">
                    <a16:creationId xmlns:a16="http://schemas.microsoft.com/office/drawing/2014/main" id="{158A3C2E-D159-A53A-050F-103F4F47DEF8}"/>
                  </a:ext>
                </a:extLst>
              </p:cNvPr>
              <p:cNvSpPr/>
              <p:nvPr/>
            </p:nvSpPr>
            <p:spPr>
              <a:xfrm>
                <a:off x="4216697" y="4598171"/>
                <a:ext cx="1859444" cy="1148311"/>
              </a:xfrm>
              <a:prstGeom prst="ellipse">
                <a:avLst/>
              </a:prstGeom>
              <a:solidFill>
                <a:srgbClr val="002060"/>
              </a:solidFill>
              <a:ln>
                <a:noFill/>
              </a:ln>
            </p:spPr>
            <p:style>
              <a:lnRef idx="3">
                <a:schemeClr val="lt1"/>
              </a:lnRef>
              <a:fillRef idx="1">
                <a:schemeClr val="accent2"/>
              </a:fillRef>
              <a:effectRef idx="1">
                <a:schemeClr val="accent2"/>
              </a:effectRef>
              <a:fontRef idx="minor">
                <a:schemeClr val="lt1"/>
              </a:fontRef>
            </p:style>
            <p:txBody>
              <a:bodyPr rtlCol="0" anchor="ctr"/>
              <a:lstStyle/>
              <a:p>
                <a:pPr algn="ctr"/>
                <a:r>
                  <a:rPr lang="fr-FR" sz="1000" dirty="0">
                    <a:latin typeface="Times New Roman" panose="02020603050405020304" pitchFamily="18" charset="0"/>
                    <a:cs typeface="Times New Roman" panose="02020603050405020304" pitchFamily="18" charset="0"/>
                  </a:rPr>
                  <a:t>Gestion des pièces de rechange</a:t>
                </a:r>
                <a:endParaRPr lang="fr-FR" sz="1000" dirty="0"/>
              </a:p>
            </p:txBody>
          </p:sp>
        </p:grpSp>
        <p:pic>
          <p:nvPicPr>
            <p:cNvPr id="61" name="Image 60">
              <a:extLst>
                <a:ext uri="{FF2B5EF4-FFF2-40B4-BE49-F238E27FC236}">
                  <a16:creationId xmlns:a16="http://schemas.microsoft.com/office/drawing/2014/main" id="{C7E1BD81-03A4-79C0-D676-826D06B0BFD1}"/>
                </a:ext>
              </a:extLst>
            </p:cNvPr>
            <p:cNvPicPr>
              <a:picLocks noChangeAspect="1"/>
            </p:cNvPicPr>
            <p:nvPr/>
          </p:nvPicPr>
          <p:blipFill>
            <a:blip r:embed="rId3"/>
            <a:stretch>
              <a:fillRect/>
            </a:stretch>
          </p:blipFill>
          <p:spPr>
            <a:xfrm>
              <a:off x="4127875" y="3101216"/>
              <a:ext cx="640135" cy="481626"/>
            </a:xfrm>
            <a:prstGeom prst="rect">
              <a:avLst/>
            </a:prstGeom>
          </p:spPr>
        </p:pic>
        <p:pic>
          <p:nvPicPr>
            <p:cNvPr id="3076" name="Picture 4">
              <a:extLst>
                <a:ext uri="{FF2B5EF4-FFF2-40B4-BE49-F238E27FC236}">
                  <a16:creationId xmlns:a16="http://schemas.microsoft.com/office/drawing/2014/main" id="{C686BFA7-DACD-A04F-7E5D-4D9AC4F90B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88353" y="3055722"/>
              <a:ext cx="536136" cy="465740"/>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217" name="Image 216">
              <a:extLst>
                <a:ext uri="{FF2B5EF4-FFF2-40B4-BE49-F238E27FC236}">
                  <a16:creationId xmlns:a16="http://schemas.microsoft.com/office/drawing/2014/main" id="{E9BE9C4F-6C41-CF63-EA9F-5E18A584A61E}"/>
                </a:ext>
              </a:extLst>
            </p:cNvPr>
            <p:cNvPicPr>
              <a:picLocks noChangeAspect="1"/>
            </p:cNvPicPr>
            <p:nvPr/>
          </p:nvPicPr>
          <p:blipFill>
            <a:blip r:embed="rId5"/>
            <a:stretch>
              <a:fillRect/>
            </a:stretch>
          </p:blipFill>
          <p:spPr>
            <a:xfrm>
              <a:off x="4703854" y="3082192"/>
              <a:ext cx="536136" cy="35742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cxnSp>
        <p:nvCxnSpPr>
          <p:cNvPr id="4" name="Connecteur droit 3">
            <a:extLst>
              <a:ext uri="{FF2B5EF4-FFF2-40B4-BE49-F238E27FC236}">
                <a16:creationId xmlns:a16="http://schemas.microsoft.com/office/drawing/2014/main" id="{B0537386-F56F-3118-FF78-3EBB6C7A1382}"/>
              </a:ext>
            </a:extLst>
          </p:cNvPr>
          <p:cNvCxnSpPr/>
          <p:nvPr/>
        </p:nvCxnSpPr>
        <p:spPr>
          <a:xfrm>
            <a:off x="0" y="1084556"/>
            <a:ext cx="9141619"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pic>
        <p:nvPicPr>
          <p:cNvPr id="5" name="Image 4" descr="Une image contenant capture d’écran, cercle, texte, logo&#10;&#10;Le contenu généré par l’IA peut être incorrect.">
            <a:extLst>
              <a:ext uri="{FF2B5EF4-FFF2-40B4-BE49-F238E27FC236}">
                <a16:creationId xmlns:a16="http://schemas.microsoft.com/office/drawing/2014/main" id="{4CAE4B97-BAD3-7EEF-BADF-D52F42905190}"/>
              </a:ext>
            </a:extLst>
          </p:cNvPr>
          <p:cNvPicPr>
            <a:picLocks noChangeAspect="1"/>
          </p:cNvPicPr>
          <p:nvPr/>
        </p:nvPicPr>
        <p:blipFill>
          <a:blip r:embed="rId6"/>
          <a:stretch>
            <a:fillRect/>
          </a:stretch>
        </p:blipFill>
        <p:spPr>
          <a:xfrm>
            <a:off x="293669" y="224798"/>
            <a:ext cx="845613" cy="799178"/>
          </a:xfrm>
          <a:prstGeom prst="rect">
            <a:avLst/>
          </a:prstGeom>
          <a:effectLst/>
        </p:spPr>
      </p:pic>
    </p:spTree>
    <p:extLst>
      <p:ext uri="{BB962C8B-B14F-4D97-AF65-F5344CB8AC3E}">
        <p14:creationId xmlns:p14="http://schemas.microsoft.com/office/powerpoint/2010/main" val="7001541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Shape 217">
          <a:extLst>
            <a:ext uri="{FF2B5EF4-FFF2-40B4-BE49-F238E27FC236}">
              <a16:creationId xmlns:a16="http://schemas.microsoft.com/office/drawing/2014/main" id="{34A610EE-D66E-F630-3A2B-469C1BB92680}"/>
            </a:ext>
          </a:extLst>
        </p:cNvPr>
        <p:cNvGrpSpPr/>
        <p:nvPr/>
      </p:nvGrpSpPr>
      <p:grpSpPr>
        <a:xfrm>
          <a:off x="0" y="0"/>
          <a:ext cx="0" cy="0"/>
          <a:chOff x="0" y="0"/>
          <a:chExt cx="0" cy="0"/>
        </a:xfrm>
      </p:grpSpPr>
      <p:sp>
        <p:nvSpPr>
          <p:cNvPr id="219" name="Google Shape;219;p31">
            <a:extLst>
              <a:ext uri="{FF2B5EF4-FFF2-40B4-BE49-F238E27FC236}">
                <a16:creationId xmlns:a16="http://schemas.microsoft.com/office/drawing/2014/main" id="{77586D9A-8637-5D5E-4F8A-34623244D90F}"/>
              </a:ext>
            </a:extLst>
          </p:cNvPr>
          <p:cNvSpPr txBox="1">
            <a:spLocks noGrp="1"/>
          </p:cNvSpPr>
          <p:nvPr>
            <p:ph type="title"/>
          </p:nvPr>
        </p:nvSpPr>
        <p:spPr>
          <a:xfrm>
            <a:off x="507728" y="281739"/>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FR" sz="2000" dirty="0">
                <a:latin typeface="Times New Roman" panose="02020603050405020304" pitchFamily="18" charset="0"/>
                <a:cs typeface="Times New Roman" panose="02020603050405020304" pitchFamily="18" charset="0"/>
              </a:rPr>
              <a:t>DOMAINE D’ACTIVITES</a:t>
            </a:r>
          </a:p>
        </p:txBody>
      </p:sp>
      <p:sp>
        <p:nvSpPr>
          <p:cNvPr id="215" name="Ruban : incliné vers le bas 214">
            <a:extLst>
              <a:ext uri="{FF2B5EF4-FFF2-40B4-BE49-F238E27FC236}">
                <a16:creationId xmlns:a16="http://schemas.microsoft.com/office/drawing/2014/main" id="{860A13EC-DB26-E9A7-FF21-7BE9FA9E642E}"/>
              </a:ext>
            </a:extLst>
          </p:cNvPr>
          <p:cNvSpPr/>
          <p:nvPr/>
        </p:nvSpPr>
        <p:spPr>
          <a:xfrm>
            <a:off x="2028914" y="679555"/>
            <a:ext cx="4735064" cy="132893"/>
          </a:xfrm>
          <a:prstGeom prst="ribbon">
            <a:avLst/>
          </a:prstGeom>
          <a:solidFill>
            <a:srgbClr val="00206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rgbClr val="002060"/>
              </a:solidFill>
            </a:endParaRPr>
          </a:p>
        </p:txBody>
      </p:sp>
      <p:cxnSp>
        <p:nvCxnSpPr>
          <p:cNvPr id="4" name="Connecteur droit 3">
            <a:extLst>
              <a:ext uri="{FF2B5EF4-FFF2-40B4-BE49-F238E27FC236}">
                <a16:creationId xmlns:a16="http://schemas.microsoft.com/office/drawing/2014/main" id="{B7AE5F8D-34BF-D9A7-6AD0-ACE016F22CC5}"/>
              </a:ext>
            </a:extLst>
          </p:cNvPr>
          <p:cNvCxnSpPr/>
          <p:nvPr/>
        </p:nvCxnSpPr>
        <p:spPr>
          <a:xfrm>
            <a:off x="0" y="1084556"/>
            <a:ext cx="9141619"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pic>
        <p:nvPicPr>
          <p:cNvPr id="5" name="Image 4" descr="Une image contenant capture d’écran, cercle, texte, logo&#10;&#10;Le contenu généré par l’IA peut être incorrect.">
            <a:extLst>
              <a:ext uri="{FF2B5EF4-FFF2-40B4-BE49-F238E27FC236}">
                <a16:creationId xmlns:a16="http://schemas.microsoft.com/office/drawing/2014/main" id="{25154D84-611A-D932-876E-7FE507373D5F}"/>
              </a:ext>
            </a:extLst>
          </p:cNvPr>
          <p:cNvPicPr>
            <a:picLocks noChangeAspect="1"/>
          </p:cNvPicPr>
          <p:nvPr/>
        </p:nvPicPr>
        <p:blipFill>
          <a:blip r:embed="rId3"/>
          <a:stretch>
            <a:fillRect/>
          </a:stretch>
        </p:blipFill>
        <p:spPr>
          <a:xfrm>
            <a:off x="293669" y="224798"/>
            <a:ext cx="845613" cy="799178"/>
          </a:xfrm>
          <a:prstGeom prst="rect">
            <a:avLst/>
          </a:prstGeom>
          <a:effectLst/>
        </p:spPr>
      </p:pic>
      <p:sp>
        <p:nvSpPr>
          <p:cNvPr id="6" name="ZoneTexte 5">
            <a:extLst>
              <a:ext uri="{FF2B5EF4-FFF2-40B4-BE49-F238E27FC236}">
                <a16:creationId xmlns:a16="http://schemas.microsoft.com/office/drawing/2014/main" id="{24173089-F975-D4BB-5CEF-DCE134E4290A}"/>
              </a:ext>
            </a:extLst>
          </p:cNvPr>
          <p:cNvSpPr txBox="1"/>
          <p:nvPr/>
        </p:nvSpPr>
        <p:spPr>
          <a:xfrm>
            <a:off x="1925463" y="2504843"/>
            <a:ext cx="3073999" cy="343556"/>
          </a:xfrm>
          <a:prstGeom prst="rect">
            <a:avLst/>
          </a:prstGeom>
          <a:noFill/>
        </p:spPr>
        <p:txBody>
          <a:bodyPr wrap="square">
            <a:spAutoFit/>
          </a:bodyPr>
          <a:lstStyle/>
          <a:p>
            <a:pPr marL="285750" lvl="1" algn="just">
              <a:lnSpc>
                <a:spcPct val="110000"/>
              </a:lnSpc>
              <a:spcAft>
                <a:spcPts val="1200"/>
              </a:spcAft>
              <a:defRPr/>
            </a:pPr>
            <a:endParaRPr lang="fr-FR" sz="1600" dirty="0">
              <a:latin typeface="Times New Roman" panose="02020603050405020304" pitchFamily="18" charset="0"/>
              <a:cs typeface="Times New Roman" panose="02020603050405020304" pitchFamily="18" charset="0"/>
            </a:endParaRPr>
          </a:p>
        </p:txBody>
      </p:sp>
      <p:grpSp>
        <p:nvGrpSpPr>
          <p:cNvPr id="10" name="Groupe 9">
            <a:extLst>
              <a:ext uri="{FF2B5EF4-FFF2-40B4-BE49-F238E27FC236}">
                <a16:creationId xmlns:a16="http://schemas.microsoft.com/office/drawing/2014/main" id="{3A2EC667-0EF2-B0A4-D314-EBAF33B639F9}"/>
              </a:ext>
            </a:extLst>
          </p:cNvPr>
          <p:cNvGrpSpPr/>
          <p:nvPr/>
        </p:nvGrpSpPr>
        <p:grpSpPr>
          <a:xfrm>
            <a:off x="423747" y="1512059"/>
            <a:ext cx="5137605" cy="542692"/>
            <a:chOff x="423746" y="1512059"/>
            <a:chExt cx="5681113" cy="542692"/>
          </a:xfrm>
        </p:grpSpPr>
        <p:sp>
          <p:nvSpPr>
            <p:cNvPr id="8" name="Rectangle : coins arrondis 7">
              <a:extLst>
                <a:ext uri="{FF2B5EF4-FFF2-40B4-BE49-F238E27FC236}">
                  <a16:creationId xmlns:a16="http://schemas.microsoft.com/office/drawing/2014/main" id="{1E685D97-59E9-966B-693E-9B7796F6B26B}"/>
                </a:ext>
              </a:extLst>
            </p:cNvPr>
            <p:cNvSpPr/>
            <p:nvPr/>
          </p:nvSpPr>
          <p:spPr>
            <a:xfrm>
              <a:off x="1537019" y="1512059"/>
              <a:ext cx="4567840" cy="542692"/>
            </a:xfrm>
            <a:prstGeom prst="round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latin typeface="Times New Roman" panose="02020603050405020304" pitchFamily="18" charset="0"/>
                  <a:cs typeface="Times New Roman" panose="02020603050405020304" pitchFamily="18" charset="0"/>
                </a:rPr>
                <a:t>Méthodes maintenance  et performance industrielle</a:t>
              </a:r>
            </a:p>
          </p:txBody>
        </p:sp>
        <p:sp>
          <p:nvSpPr>
            <p:cNvPr id="9" name="Rectangle : coins arrondis 8">
              <a:extLst>
                <a:ext uri="{FF2B5EF4-FFF2-40B4-BE49-F238E27FC236}">
                  <a16:creationId xmlns:a16="http://schemas.microsoft.com/office/drawing/2014/main" id="{38AD5D0C-02C9-25D2-57E7-94F5DA4F8EA1}"/>
                </a:ext>
              </a:extLst>
            </p:cNvPr>
            <p:cNvSpPr/>
            <p:nvPr/>
          </p:nvSpPr>
          <p:spPr>
            <a:xfrm>
              <a:off x="423746" y="1512059"/>
              <a:ext cx="879111" cy="542691"/>
            </a:xfrm>
            <a:prstGeom prst="round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latin typeface="Times New Roman" panose="02020603050405020304" pitchFamily="18" charset="0"/>
                  <a:cs typeface="Times New Roman" panose="02020603050405020304" pitchFamily="18" charset="0"/>
                </a:rPr>
                <a:t>1 Phase</a:t>
              </a:r>
            </a:p>
          </p:txBody>
        </p:sp>
      </p:grpSp>
      <p:grpSp>
        <p:nvGrpSpPr>
          <p:cNvPr id="11" name="Groupe 10">
            <a:extLst>
              <a:ext uri="{FF2B5EF4-FFF2-40B4-BE49-F238E27FC236}">
                <a16:creationId xmlns:a16="http://schemas.microsoft.com/office/drawing/2014/main" id="{A09E2B72-08FE-D0ED-853E-70C5D4443BDA}"/>
              </a:ext>
            </a:extLst>
          </p:cNvPr>
          <p:cNvGrpSpPr/>
          <p:nvPr/>
        </p:nvGrpSpPr>
        <p:grpSpPr>
          <a:xfrm>
            <a:off x="423747" y="2689163"/>
            <a:ext cx="8113151" cy="542692"/>
            <a:chOff x="423747" y="1512058"/>
            <a:chExt cx="7318591" cy="542692"/>
          </a:xfrm>
        </p:grpSpPr>
        <p:sp>
          <p:nvSpPr>
            <p:cNvPr id="12" name="Rectangle : coins arrondis 11">
              <a:extLst>
                <a:ext uri="{FF2B5EF4-FFF2-40B4-BE49-F238E27FC236}">
                  <a16:creationId xmlns:a16="http://schemas.microsoft.com/office/drawing/2014/main" id="{90E201F8-9255-7012-7647-3BC62B5866C9}"/>
                </a:ext>
              </a:extLst>
            </p:cNvPr>
            <p:cNvSpPr/>
            <p:nvPr/>
          </p:nvSpPr>
          <p:spPr>
            <a:xfrm>
              <a:off x="1450935" y="1512058"/>
              <a:ext cx="6291403" cy="542692"/>
            </a:xfrm>
            <a:prstGeom prst="round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lvl="1">
                <a:lnSpc>
                  <a:spcPct val="110000"/>
                </a:lnSpc>
                <a:spcAft>
                  <a:spcPts val="1200"/>
                </a:spcAft>
                <a:defRPr/>
              </a:pPr>
              <a:r>
                <a:rPr lang="fr-FR" dirty="0">
                  <a:latin typeface="Times New Roman" panose="02020603050405020304" pitchFamily="18" charset="0"/>
                  <a:cs typeface="Times New Roman" panose="02020603050405020304" pitchFamily="18" charset="0"/>
                </a:rPr>
                <a:t>Services de vente, d’installation, de maintenance préventive et corrective de systèmes de climatisation pour les secteurs industriels, tertiaires et résidentiels.</a:t>
              </a:r>
            </a:p>
          </p:txBody>
        </p:sp>
        <p:sp>
          <p:nvSpPr>
            <p:cNvPr id="13" name="Rectangle : coins arrondis 12">
              <a:extLst>
                <a:ext uri="{FF2B5EF4-FFF2-40B4-BE49-F238E27FC236}">
                  <a16:creationId xmlns:a16="http://schemas.microsoft.com/office/drawing/2014/main" id="{85286D59-EBA8-8093-25E9-F7390F26B6BA}"/>
                </a:ext>
              </a:extLst>
            </p:cNvPr>
            <p:cNvSpPr/>
            <p:nvPr/>
          </p:nvSpPr>
          <p:spPr>
            <a:xfrm>
              <a:off x="423747" y="1512059"/>
              <a:ext cx="795182" cy="542691"/>
            </a:xfrm>
            <a:prstGeom prst="round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latin typeface="Times New Roman" panose="02020603050405020304" pitchFamily="18" charset="0"/>
                  <a:cs typeface="Times New Roman" panose="02020603050405020304" pitchFamily="18" charset="0"/>
                </a:rPr>
                <a:t>2 Phase</a:t>
              </a:r>
            </a:p>
          </p:txBody>
        </p:sp>
      </p:grpSp>
      <p:grpSp>
        <p:nvGrpSpPr>
          <p:cNvPr id="14" name="Groupe 13">
            <a:extLst>
              <a:ext uri="{FF2B5EF4-FFF2-40B4-BE49-F238E27FC236}">
                <a16:creationId xmlns:a16="http://schemas.microsoft.com/office/drawing/2014/main" id="{F6DAC6F9-4FF2-1F42-91A0-5788E6CD82B2}"/>
              </a:ext>
            </a:extLst>
          </p:cNvPr>
          <p:cNvGrpSpPr/>
          <p:nvPr/>
        </p:nvGrpSpPr>
        <p:grpSpPr>
          <a:xfrm>
            <a:off x="423747" y="3921253"/>
            <a:ext cx="4725374" cy="542692"/>
            <a:chOff x="423746" y="1512059"/>
            <a:chExt cx="4493535" cy="542692"/>
          </a:xfrm>
        </p:grpSpPr>
        <p:sp>
          <p:nvSpPr>
            <p:cNvPr id="15" name="Rectangle : coins arrondis 14">
              <a:extLst>
                <a:ext uri="{FF2B5EF4-FFF2-40B4-BE49-F238E27FC236}">
                  <a16:creationId xmlns:a16="http://schemas.microsoft.com/office/drawing/2014/main" id="{02548E74-5D88-93E9-51B7-D2074D422959}"/>
                </a:ext>
              </a:extLst>
            </p:cNvPr>
            <p:cNvSpPr/>
            <p:nvPr/>
          </p:nvSpPr>
          <p:spPr>
            <a:xfrm>
              <a:off x="1642957" y="1512059"/>
              <a:ext cx="3274324" cy="542692"/>
            </a:xfrm>
            <a:prstGeom prst="round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lvl="1">
                <a:lnSpc>
                  <a:spcPct val="110000"/>
                </a:lnSpc>
                <a:spcAft>
                  <a:spcPts val="1200"/>
                </a:spcAft>
                <a:defRPr/>
              </a:pPr>
              <a:r>
                <a:rPr lang="fr-FR" sz="1600" dirty="0">
                  <a:latin typeface="Times New Roman" panose="02020603050405020304" pitchFamily="18" charset="0"/>
                  <a:cs typeface="Times New Roman" panose="02020603050405020304" pitchFamily="18" charset="0"/>
                </a:rPr>
                <a:t>Maintenance multi-technique </a:t>
              </a:r>
            </a:p>
          </p:txBody>
        </p:sp>
        <p:sp>
          <p:nvSpPr>
            <p:cNvPr id="16" name="Rectangle : coins arrondis 15">
              <a:extLst>
                <a:ext uri="{FF2B5EF4-FFF2-40B4-BE49-F238E27FC236}">
                  <a16:creationId xmlns:a16="http://schemas.microsoft.com/office/drawing/2014/main" id="{BBA225CB-9D6B-D7FD-223C-A227791E3BE1}"/>
                </a:ext>
              </a:extLst>
            </p:cNvPr>
            <p:cNvSpPr/>
            <p:nvPr/>
          </p:nvSpPr>
          <p:spPr>
            <a:xfrm>
              <a:off x="423746" y="1512059"/>
              <a:ext cx="969306" cy="542691"/>
            </a:xfrm>
            <a:prstGeom prst="round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latin typeface="Times New Roman" panose="02020603050405020304" pitchFamily="18" charset="0"/>
                  <a:cs typeface="Times New Roman" panose="02020603050405020304" pitchFamily="18" charset="0"/>
                </a:rPr>
                <a:t>3 Phase</a:t>
              </a:r>
            </a:p>
          </p:txBody>
        </p:sp>
      </p:grpSp>
    </p:spTree>
    <p:extLst>
      <p:ext uri="{BB962C8B-B14F-4D97-AF65-F5344CB8AC3E}">
        <p14:creationId xmlns:p14="http://schemas.microsoft.com/office/powerpoint/2010/main" val="5753663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Shape 232"/>
        <p:cNvGrpSpPr/>
        <p:nvPr/>
      </p:nvGrpSpPr>
      <p:grpSpPr>
        <a:xfrm>
          <a:off x="0" y="0"/>
          <a:ext cx="0" cy="0"/>
          <a:chOff x="0" y="0"/>
          <a:chExt cx="0" cy="0"/>
        </a:xfrm>
      </p:grpSpPr>
      <p:sp>
        <p:nvSpPr>
          <p:cNvPr id="233" name="Google Shape;233;p32"/>
          <p:cNvSpPr txBox="1">
            <a:spLocks noGrp="1"/>
          </p:cNvSpPr>
          <p:nvPr>
            <p:ph type="title"/>
          </p:nvPr>
        </p:nvSpPr>
        <p:spPr>
          <a:xfrm>
            <a:off x="511827" y="301982"/>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FR" sz="2000" dirty="0">
                <a:latin typeface="Times New Roman" panose="02020603050405020304" pitchFamily="18" charset="0"/>
                <a:cs typeface="Times New Roman" panose="02020603050405020304" pitchFamily="18" charset="0"/>
              </a:rPr>
              <a:t>POSITION D’IMMEIT</a:t>
            </a:r>
          </a:p>
        </p:txBody>
      </p:sp>
      <p:grpSp>
        <p:nvGrpSpPr>
          <p:cNvPr id="14" name="Groupe 13">
            <a:extLst>
              <a:ext uri="{FF2B5EF4-FFF2-40B4-BE49-F238E27FC236}">
                <a16:creationId xmlns:a16="http://schemas.microsoft.com/office/drawing/2014/main" id="{1A074EEF-F889-4D47-564E-E2EFA8A602D5}"/>
              </a:ext>
            </a:extLst>
          </p:cNvPr>
          <p:cNvGrpSpPr/>
          <p:nvPr/>
        </p:nvGrpSpPr>
        <p:grpSpPr>
          <a:xfrm>
            <a:off x="180505" y="1290535"/>
            <a:ext cx="4043338" cy="3513605"/>
            <a:chOff x="107889" y="1247715"/>
            <a:chExt cx="5762758" cy="3459056"/>
          </a:xfrm>
        </p:grpSpPr>
        <p:sp>
          <p:nvSpPr>
            <p:cNvPr id="15" name="ZoneTexte 14">
              <a:extLst>
                <a:ext uri="{FF2B5EF4-FFF2-40B4-BE49-F238E27FC236}">
                  <a16:creationId xmlns:a16="http://schemas.microsoft.com/office/drawing/2014/main" id="{439F1E10-22DB-36AD-F2C9-26DA858895BC}"/>
                </a:ext>
              </a:extLst>
            </p:cNvPr>
            <p:cNvSpPr txBox="1"/>
            <p:nvPr/>
          </p:nvSpPr>
          <p:spPr>
            <a:xfrm>
              <a:off x="107889" y="4082561"/>
              <a:ext cx="5762758" cy="624210"/>
            </a:xfrm>
            <a:prstGeom prst="rect">
              <a:avLst/>
            </a:prstGeom>
            <a:noFill/>
            <a:ln>
              <a:noFill/>
            </a:ln>
          </p:spPr>
          <p:txBody>
            <a:bodyPr wrap="square">
              <a:spAutoFit/>
            </a:bodyPr>
            <a:lstStyle/>
            <a:p>
              <a:pPr marL="171450" indent="-171450" algn="just">
                <a:lnSpc>
                  <a:spcPct val="150000"/>
                </a:lnSpc>
                <a:buFont typeface="Wingdings" panose="05000000000000000000" pitchFamily="2" charset="2"/>
                <a:buChar char="v"/>
              </a:pPr>
              <a:r>
                <a:rPr lang="fr-FR" sz="800" dirty="0">
                  <a:latin typeface="Times New Roman" panose="02020603050405020304" pitchFamily="18" charset="0"/>
                  <a:cs typeface="Times New Roman" panose="02020603050405020304" pitchFamily="18" charset="0"/>
                </a:rPr>
                <a:t>Dakar est située à l'extrême ouest de l'Afrique, sur la presqu'île du Cap-Vert, Dakar est située au sud-ouest de Paris.</a:t>
              </a:r>
            </a:p>
            <a:p>
              <a:pPr marL="171450" indent="-171450" algn="just">
                <a:lnSpc>
                  <a:spcPct val="150000"/>
                </a:lnSpc>
                <a:buFont typeface="Wingdings" panose="05000000000000000000" pitchFamily="2" charset="2"/>
                <a:buChar char="v"/>
              </a:pPr>
              <a:r>
                <a:rPr lang="fr-FR" sz="800" dirty="0">
                  <a:latin typeface="Times New Roman" panose="02020603050405020304" pitchFamily="18" charset="0"/>
                  <a:cs typeface="Times New Roman" panose="02020603050405020304" pitchFamily="18" charset="0"/>
                </a:rPr>
                <a:t>En hiver, Paris a une heure d'avance sur Dakar, et en été, Paris a deux heures d'avance.</a:t>
              </a:r>
            </a:p>
          </p:txBody>
        </p:sp>
        <p:grpSp>
          <p:nvGrpSpPr>
            <p:cNvPr id="16" name="Groupe 15">
              <a:extLst>
                <a:ext uri="{FF2B5EF4-FFF2-40B4-BE49-F238E27FC236}">
                  <a16:creationId xmlns:a16="http://schemas.microsoft.com/office/drawing/2014/main" id="{F26835D9-524B-9942-5EBC-F12F3BBD63DB}"/>
                </a:ext>
              </a:extLst>
            </p:cNvPr>
            <p:cNvGrpSpPr/>
            <p:nvPr/>
          </p:nvGrpSpPr>
          <p:grpSpPr>
            <a:xfrm>
              <a:off x="506763" y="1247715"/>
              <a:ext cx="5151767" cy="2956669"/>
              <a:chOff x="523015" y="1391395"/>
              <a:chExt cx="5151767" cy="2956669"/>
            </a:xfrm>
          </p:grpSpPr>
          <p:grpSp>
            <p:nvGrpSpPr>
              <p:cNvPr id="17" name="Groupe 16">
                <a:extLst>
                  <a:ext uri="{FF2B5EF4-FFF2-40B4-BE49-F238E27FC236}">
                    <a16:creationId xmlns:a16="http://schemas.microsoft.com/office/drawing/2014/main" id="{19C643EC-E5D7-850A-E2ED-354D7CD126EC}"/>
                  </a:ext>
                </a:extLst>
              </p:cNvPr>
              <p:cNvGrpSpPr/>
              <p:nvPr/>
            </p:nvGrpSpPr>
            <p:grpSpPr>
              <a:xfrm>
                <a:off x="523015" y="1391395"/>
                <a:ext cx="5151767" cy="2956669"/>
                <a:chOff x="6479362" y="1578306"/>
                <a:chExt cx="5456201" cy="4013928"/>
              </a:xfrm>
            </p:grpSpPr>
            <p:grpSp>
              <p:nvGrpSpPr>
                <p:cNvPr id="19" name="Groupe 18">
                  <a:extLst>
                    <a:ext uri="{FF2B5EF4-FFF2-40B4-BE49-F238E27FC236}">
                      <a16:creationId xmlns:a16="http://schemas.microsoft.com/office/drawing/2014/main" id="{2E8DB743-422C-530C-3678-E2A7C34F9925}"/>
                    </a:ext>
                  </a:extLst>
                </p:cNvPr>
                <p:cNvGrpSpPr/>
                <p:nvPr/>
              </p:nvGrpSpPr>
              <p:grpSpPr>
                <a:xfrm>
                  <a:off x="6479362" y="1578306"/>
                  <a:ext cx="5456201" cy="4013928"/>
                  <a:chOff x="6091538" y="1268134"/>
                  <a:chExt cx="5663605" cy="4014973"/>
                </a:xfrm>
              </p:grpSpPr>
              <p:pic>
                <p:nvPicPr>
                  <p:cNvPr id="21" name="Image 20">
                    <a:extLst>
                      <a:ext uri="{FF2B5EF4-FFF2-40B4-BE49-F238E27FC236}">
                        <a16:creationId xmlns:a16="http://schemas.microsoft.com/office/drawing/2014/main" id="{0EBD33C3-C9FB-6DBB-A1E1-402B098DD9C9}"/>
                      </a:ext>
                    </a:extLst>
                  </p:cNvPr>
                  <p:cNvPicPr>
                    <a:picLocks noChangeAspect="1"/>
                  </p:cNvPicPr>
                  <p:nvPr/>
                </p:nvPicPr>
                <p:blipFill rotWithShape="1">
                  <a:blip r:embed="rId3"/>
                  <a:srcRect l="6726" r="3552"/>
                  <a:stretch/>
                </p:blipFill>
                <p:spPr>
                  <a:xfrm>
                    <a:off x="6091538" y="1268134"/>
                    <a:ext cx="5663605" cy="4014973"/>
                  </a:xfrm>
                  <a:prstGeom prst="ellipse">
                    <a:avLst/>
                  </a:prstGeom>
                  <a:ln>
                    <a:noFill/>
                  </a:ln>
                  <a:effectLst>
                    <a:softEdge rad="112500"/>
                  </a:effectLst>
                </p:spPr>
              </p:pic>
              <p:sp>
                <p:nvSpPr>
                  <p:cNvPr id="22" name="Rectangle : coins arrondis 21">
                    <a:extLst>
                      <a:ext uri="{FF2B5EF4-FFF2-40B4-BE49-F238E27FC236}">
                        <a16:creationId xmlns:a16="http://schemas.microsoft.com/office/drawing/2014/main" id="{C9CE18D2-503F-15DE-5503-D207A470304A}"/>
                      </a:ext>
                    </a:extLst>
                  </p:cNvPr>
                  <p:cNvSpPr/>
                  <p:nvPr/>
                </p:nvSpPr>
                <p:spPr>
                  <a:xfrm>
                    <a:off x="7778228" y="3566162"/>
                    <a:ext cx="643438" cy="88520"/>
                  </a:xfrm>
                  <a:prstGeom prst="round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600" b="1" dirty="0">
                        <a:latin typeface="Times New Roman" panose="02020603050405020304" pitchFamily="18" charset="0"/>
                        <a:cs typeface="Times New Roman" panose="02020603050405020304" pitchFamily="18" charset="0"/>
                      </a:rPr>
                      <a:t>Dakar</a:t>
                    </a:r>
                  </a:p>
                </p:txBody>
              </p:sp>
              <p:sp>
                <p:nvSpPr>
                  <p:cNvPr id="23" name="Arc 22">
                    <a:extLst>
                      <a:ext uri="{FF2B5EF4-FFF2-40B4-BE49-F238E27FC236}">
                        <a16:creationId xmlns:a16="http://schemas.microsoft.com/office/drawing/2014/main" id="{8028D2B9-6044-65E6-1BFF-F620B0A785E4}"/>
                      </a:ext>
                    </a:extLst>
                  </p:cNvPr>
                  <p:cNvSpPr/>
                  <p:nvPr/>
                </p:nvSpPr>
                <p:spPr>
                  <a:xfrm rot="15117524">
                    <a:off x="8009745" y="2904221"/>
                    <a:ext cx="1047682" cy="1049559"/>
                  </a:xfrm>
                  <a:prstGeom prst="arc">
                    <a:avLst>
                      <a:gd name="adj1" fmla="val 16303584"/>
                      <a:gd name="adj2" fmla="val 0"/>
                    </a:avLst>
                  </a:prstGeom>
                  <a:noFill/>
                  <a:ln w="28575">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1799"/>
                  </a:p>
                </p:txBody>
              </p:sp>
              <p:sp>
                <p:nvSpPr>
                  <p:cNvPr id="24" name="Rectangle : coins arrondis 23">
                    <a:extLst>
                      <a:ext uri="{FF2B5EF4-FFF2-40B4-BE49-F238E27FC236}">
                        <a16:creationId xmlns:a16="http://schemas.microsoft.com/office/drawing/2014/main" id="{24D81112-8801-AF7F-FBB2-7A6176A516B9}"/>
                      </a:ext>
                    </a:extLst>
                  </p:cNvPr>
                  <p:cNvSpPr/>
                  <p:nvPr/>
                </p:nvSpPr>
                <p:spPr>
                  <a:xfrm>
                    <a:off x="8338627" y="2866140"/>
                    <a:ext cx="748164" cy="104534"/>
                  </a:xfrm>
                  <a:prstGeom prst="round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800" b="1" dirty="0">
                        <a:latin typeface="Times New Roman" panose="02020603050405020304" pitchFamily="18" charset="0"/>
                        <a:cs typeface="Times New Roman" panose="02020603050405020304" pitchFamily="18" charset="0"/>
                      </a:rPr>
                      <a:t>Paris</a:t>
                    </a:r>
                  </a:p>
                </p:txBody>
              </p:sp>
            </p:grpSp>
            <p:pic>
              <p:nvPicPr>
                <p:cNvPr id="20" name="Image 19">
                  <a:extLst>
                    <a:ext uri="{FF2B5EF4-FFF2-40B4-BE49-F238E27FC236}">
                      <a16:creationId xmlns:a16="http://schemas.microsoft.com/office/drawing/2014/main" id="{F86D8712-B8DA-E01F-79E3-8071AC26F0FA}"/>
                    </a:ext>
                  </a:extLst>
                </p:cNvPr>
                <p:cNvPicPr>
                  <a:picLocks noChangeAspect="1"/>
                </p:cNvPicPr>
                <p:nvPr/>
              </p:nvPicPr>
              <p:blipFill>
                <a:blip r:embed="rId4"/>
                <a:stretch>
                  <a:fillRect/>
                </a:stretch>
              </p:blipFill>
              <p:spPr>
                <a:xfrm rot="21177609">
                  <a:off x="7706739" y="3234761"/>
                  <a:ext cx="694612" cy="694613"/>
                </a:xfrm>
                <a:prstGeom prst="ellipse">
                  <a:avLst/>
                </a:prstGeom>
                <a:ln>
                  <a:noFill/>
                </a:ln>
                <a:effectLst>
                  <a:softEdge rad="112500"/>
                </a:effectLst>
              </p:spPr>
            </p:pic>
          </p:grpSp>
          <p:sp>
            <p:nvSpPr>
              <p:cNvPr id="18" name="ZoneTexte 17">
                <a:extLst>
                  <a:ext uri="{FF2B5EF4-FFF2-40B4-BE49-F238E27FC236}">
                    <a16:creationId xmlns:a16="http://schemas.microsoft.com/office/drawing/2014/main" id="{F3607B3E-BEDB-C13C-79B2-734FDD4B85F0}"/>
                  </a:ext>
                </a:extLst>
              </p:cNvPr>
              <p:cNvSpPr txBox="1"/>
              <p:nvPr/>
            </p:nvSpPr>
            <p:spPr>
              <a:xfrm>
                <a:off x="1687190" y="2455063"/>
                <a:ext cx="964822" cy="261610"/>
              </a:xfrm>
              <a:prstGeom prst="rect">
                <a:avLst/>
              </a:prstGeom>
              <a:noFill/>
              <a:ln>
                <a:noFill/>
              </a:ln>
            </p:spPr>
            <p:txBody>
              <a:bodyPr wrap="square" rtlCol="0" anchor="ctr" anchorCtr="1">
                <a:spAutoFit/>
              </a:bodyPr>
              <a:lstStyle/>
              <a:p>
                <a:r>
                  <a:rPr lang="fr-FR" sz="1100" b="1" dirty="0">
                    <a:solidFill>
                      <a:srgbClr val="002060"/>
                    </a:solidFill>
                    <a:latin typeface="Times New Roman" panose="02020603050405020304" pitchFamily="18" charset="0"/>
                    <a:cs typeface="Times New Roman" panose="02020603050405020304" pitchFamily="18" charset="0"/>
                  </a:rPr>
                  <a:t>5H30</a:t>
                </a:r>
              </a:p>
            </p:txBody>
          </p:sp>
        </p:grpSp>
      </p:grpSp>
      <p:grpSp>
        <p:nvGrpSpPr>
          <p:cNvPr id="27" name="Groupe 26">
            <a:extLst>
              <a:ext uri="{FF2B5EF4-FFF2-40B4-BE49-F238E27FC236}">
                <a16:creationId xmlns:a16="http://schemas.microsoft.com/office/drawing/2014/main" id="{702BA6B8-9174-F75B-D49B-59D6046F9BB6}"/>
              </a:ext>
            </a:extLst>
          </p:cNvPr>
          <p:cNvGrpSpPr/>
          <p:nvPr/>
        </p:nvGrpSpPr>
        <p:grpSpPr>
          <a:xfrm>
            <a:off x="4223843" y="1154726"/>
            <a:ext cx="4655369" cy="3453902"/>
            <a:chOff x="6337347" y="1347159"/>
            <a:chExt cx="5832649" cy="4994776"/>
          </a:xfrm>
        </p:grpSpPr>
        <p:grpSp>
          <p:nvGrpSpPr>
            <p:cNvPr id="28" name="Groupe 27">
              <a:extLst>
                <a:ext uri="{FF2B5EF4-FFF2-40B4-BE49-F238E27FC236}">
                  <a16:creationId xmlns:a16="http://schemas.microsoft.com/office/drawing/2014/main" id="{9AB3F9E6-C2D7-3CF8-74CA-66CC9F91A1DD}"/>
                </a:ext>
              </a:extLst>
            </p:cNvPr>
            <p:cNvGrpSpPr/>
            <p:nvPr/>
          </p:nvGrpSpPr>
          <p:grpSpPr>
            <a:xfrm>
              <a:off x="6539383" y="1347159"/>
              <a:ext cx="5527379" cy="2906029"/>
              <a:chOff x="1197867" y="1327194"/>
              <a:chExt cx="9672965" cy="3234234"/>
            </a:xfrm>
          </p:grpSpPr>
          <p:grpSp>
            <p:nvGrpSpPr>
              <p:cNvPr id="31" name="Groupe 30">
                <a:extLst>
                  <a:ext uri="{FF2B5EF4-FFF2-40B4-BE49-F238E27FC236}">
                    <a16:creationId xmlns:a16="http://schemas.microsoft.com/office/drawing/2014/main" id="{B1DFA678-82BE-BF86-97DC-B2D53CE03B64}"/>
                  </a:ext>
                </a:extLst>
              </p:cNvPr>
              <p:cNvGrpSpPr/>
              <p:nvPr/>
            </p:nvGrpSpPr>
            <p:grpSpPr>
              <a:xfrm>
                <a:off x="1197867" y="1453582"/>
                <a:ext cx="4469459" cy="3107846"/>
                <a:chOff x="5022415" y="1562585"/>
                <a:chExt cx="6892707" cy="4477700"/>
              </a:xfrm>
            </p:grpSpPr>
            <p:grpSp>
              <p:nvGrpSpPr>
                <p:cNvPr id="36" name="Groupe 35">
                  <a:extLst>
                    <a:ext uri="{FF2B5EF4-FFF2-40B4-BE49-F238E27FC236}">
                      <a16:creationId xmlns:a16="http://schemas.microsoft.com/office/drawing/2014/main" id="{ABAEF61B-820D-ACA1-D91B-4BCD42746470}"/>
                    </a:ext>
                  </a:extLst>
                </p:cNvPr>
                <p:cNvGrpSpPr/>
                <p:nvPr/>
              </p:nvGrpSpPr>
              <p:grpSpPr>
                <a:xfrm>
                  <a:off x="5022415" y="1562585"/>
                  <a:ext cx="6892707" cy="4477700"/>
                  <a:chOff x="438575" y="1443566"/>
                  <a:chExt cx="7964096" cy="4478866"/>
                </a:xfrm>
              </p:grpSpPr>
              <p:pic>
                <p:nvPicPr>
                  <p:cNvPr id="39" name="Image 38">
                    <a:extLst>
                      <a:ext uri="{FF2B5EF4-FFF2-40B4-BE49-F238E27FC236}">
                        <a16:creationId xmlns:a16="http://schemas.microsoft.com/office/drawing/2014/main" id="{258F0E0A-20E9-3FAE-0BE2-F0B2247102E3}"/>
                      </a:ext>
                    </a:extLst>
                  </p:cNvPr>
                  <p:cNvPicPr>
                    <a:picLocks noChangeAspect="1"/>
                  </p:cNvPicPr>
                  <p:nvPr/>
                </p:nvPicPr>
                <p:blipFill rotWithShape="1">
                  <a:blip r:embed="rId5"/>
                  <a:srcRect l="3981"/>
                  <a:stretch/>
                </p:blipFill>
                <p:spPr>
                  <a:xfrm>
                    <a:off x="438575" y="1443566"/>
                    <a:ext cx="7964096" cy="447886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40" name="Image 39">
                    <a:extLst>
                      <a:ext uri="{FF2B5EF4-FFF2-40B4-BE49-F238E27FC236}">
                        <a16:creationId xmlns:a16="http://schemas.microsoft.com/office/drawing/2014/main" id="{5B4F2897-8FCE-AFC3-3CD2-71C60957283E}"/>
                      </a:ext>
                    </a:extLst>
                  </p:cNvPr>
                  <p:cNvPicPr>
                    <a:picLocks noChangeAspect="1"/>
                  </p:cNvPicPr>
                  <p:nvPr/>
                </p:nvPicPr>
                <p:blipFill>
                  <a:blip r:embed="rId6"/>
                  <a:stretch>
                    <a:fillRect/>
                  </a:stretch>
                </p:blipFill>
                <p:spPr>
                  <a:xfrm>
                    <a:off x="3210785" y="2327359"/>
                    <a:ext cx="215910" cy="292115"/>
                  </a:xfrm>
                  <a:prstGeom prst="rect">
                    <a:avLst/>
                  </a:prstGeom>
                </p:spPr>
              </p:pic>
              <p:pic>
                <p:nvPicPr>
                  <p:cNvPr id="41" name="Image 40">
                    <a:extLst>
                      <a:ext uri="{FF2B5EF4-FFF2-40B4-BE49-F238E27FC236}">
                        <a16:creationId xmlns:a16="http://schemas.microsoft.com/office/drawing/2014/main" id="{D0051E94-33E8-201D-C8FF-67607B6AE0EC}"/>
                      </a:ext>
                    </a:extLst>
                  </p:cNvPr>
                  <p:cNvPicPr>
                    <a:picLocks noChangeAspect="1"/>
                  </p:cNvPicPr>
                  <p:nvPr/>
                </p:nvPicPr>
                <p:blipFill>
                  <a:blip r:embed="rId6"/>
                  <a:stretch>
                    <a:fillRect/>
                  </a:stretch>
                </p:blipFill>
                <p:spPr>
                  <a:xfrm>
                    <a:off x="5969336" y="3816458"/>
                    <a:ext cx="215910" cy="292115"/>
                  </a:xfrm>
                  <a:prstGeom prst="rect">
                    <a:avLst/>
                  </a:prstGeom>
                </p:spPr>
              </p:pic>
            </p:grpSp>
            <p:cxnSp>
              <p:nvCxnSpPr>
                <p:cNvPr id="37" name="Connecteur droit avec flèche 36">
                  <a:extLst>
                    <a:ext uri="{FF2B5EF4-FFF2-40B4-BE49-F238E27FC236}">
                      <a16:creationId xmlns:a16="http://schemas.microsoft.com/office/drawing/2014/main" id="{9674544D-5CD6-7461-E535-8B962638B301}"/>
                    </a:ext>
                  </a:extLst>
                </p:cNvPr>
                <p:cNvCxnSpPr>
                  <a:cxnSpLocks/>
                  <a:stCxn id="40" idx="3"/>
                  <a:endCxn id="41" idx="1"/>
                </p:cNvCxnSpPr>
                <p:nvPr/>
              </p:nvCxnSpPr>
              <p:spPr>
                <a:xfrm>
                  <a:off x="7608550" y="2592167"/>
                  <a:ext cx="2200587" cy="1488712"/>
                </a:xfrm>
                <a:prstGeom prst="straightConnector1">
                  <a:avLst/>
                </a:prstGeom>
                <a:ln w="38100">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8" name="ZoneTexte 37">
                  <a:extLst>
                    <a:ext uri="{FF2B5EF4-FFF2-40B4-BE49-F238E27FC236}">
                      <a16:creationId xmlns:a16="http://schemas.microsoft.com/office/drawing/2014/main" id="{2415042D-EB58-9651-28E1-8C8FCBC5CC8F}"/>
                    </a:ext>
                  </a:extLst>
                </p:cNvPr>
                <p:cNvSpPr txBox="1"/>
                <p:nvPr/>
              </p:nvSpPr>
              <p:spPr>
                <a:xfrm rot="2672545">
                  <a:off x="7936317" y="3044664"/>
                  <a:ext cx="2929681" cy="583718"/>
                </a:xfrm>
                <a:prstGeom prst="rect">
                  <a:avLst/>
                </a:prstGeom>
                <a:noFill/>
              </p:spPr>
              <p:txBody>
                <a:bodyPr wrap="square" rtlCol="0">
                  <a:spAutoFit/>
                </a:bodyPr>
                <a:lstStyle/>
                <a:p>
                  <a:r>
                    <a:rPr lang="fr-FR" sz="1050" b="1" dirty="0">
                      <a:latin typeface="Times New Roman" panose="02020603050405020304" pitchFamily="18" charset="0"/>
                      <a:cs typeface="Times New Roman" panose="02020603050405020304" pitchFamily="18" charset="0"/>
                    </a:rPr>
                    <a:t>35 Km</a:t>
                  </a:r>
                </a:p>
              </p:txBody>
            </p:sp>
          </p:grpSp>
          <p:grpSp>
            <p:nvGrpSpPr>
              <p:cNvPr id="32" name="Groupe 31">
                <a:extLst>
                  <a:ext uri="{FF2B5EF4-FFF2-40B4-BE49-F238E27FC236}">
                    <a16:creationId xmlns:a16="http://schemas.microsoft.com/office/drawing/2014/main" id="{5E2E9F94-2054-2679-2220-FF06589FEE3D}"/>
                  </a:ext>
                </a:extLst>
              </p:cNvPr>
              <p:cNvGrpSpPr/>
              <p:nvPr/>
            </p:nvGrpSpPr>
            <p:grpSpPr>
              <a:xfrm>
                <a:off x="6671557" y="1327194"/>
                <a:ext cx="4199275" cy="3199554"/>
                <a:chOff x="6958508" y="1437472"/>
                <a:chExt cx="4199274" cy="3199554"/>
              </a:xfrm>
            </p:grpSpPr>
            <p:pic>
              <p:nvPicPr>
                <p:cNvPr id="34" name="Image 33">
                  <a:extLst>
                    <a:ext uri="{FF2B5EF4-FFF2-40B4-BE49-F238E27FC236}">
                      <a16:creationId xmlns:a16="http://schemas.microsoft.com/office/drawing/2014/main" id="{DF863C76-233D-0925-8F20-BB0226987089}"/>
                    </a:ext>
                  </a:extLst>
                </p:cNvPr>
                <p:cNvPicPr>
                  <a:picLocks noChangeAspect="1"/>
                </p:cNvPicPr>
                <p:nvPr/>
              </p:nvPicPr>
              <p:blipFill>
                <a:blip r:embed="rId7"/>
                <a:stretch>
                  <a:fillRect/>
                </a:stretch>
              </p:blipFill>
              <p:spPr>
                <a:xfrm>
                  <a:off x="7053842" y="1437472"/>
                  <a:ext cx="4103940" cy="319955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35" name="Rectangle : coins arrondis 34">
                  <a:extLst>
                    <a:ext uri="{FF2B5EF4-FFF2-40B4-BE49-F238E27FC236}">
                      <a16:creationId xmlns:a16="http://schemas.microsoft.com/office/drawing/2014/main" id="{928BC834-F9E9-E910-7FB6-1839958FBE38}"/>
                    </a:ext>
                  </a:extLst>
                </p:cNvPr>
                <p:cNvSpPr/>
                <p:nvPr/>
              </p:nvSpPr>
              <p:spPr>
                <a:xfrm>
                  <a:off x="6958508" y="2492896"/>
                  <a:ext cx="1080120" cy="629909"/>
                </a:xfrm>
                <a:prstGeom prst="roundRect">
                  <a:avLst/>
                </a:prstGeom>
                <a:noFill/>
                <a:ln w="38100">
                  <a:solidFill>
                    <a:srgbClr val="002060"/>
                  </a:solid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fr-FR" dirty="0"/>
                </a:p>
              </p:txBody>
            </p:sp>
          </p:grpSp>
          <p:sp>
            <p:nvSpPr>
              <p:cNvPr id="33" name="Flèche : droite 32">
                <a:extLst>
                  <a:ext uri="{FF2B5EF4-FFF2-40B4-BE49-F238E27FC236}">
                    <a16:creationId xmlns:a16="http://schemas.microsoft.com/office/drawing/2014/main" id="{F6106B79-5F38-9061-C5D0-50EE2E1B1207}"/>
                  </a:ext>
                </a:extLst>
              </p:cNvPr>
              <p:cNvSpPr/>
              <p:nvPr/>
            </p:nvSpPr>
            <p:spPr>
              <a:xfrm rot="10427040">
                <a:off x="5749897" y="2545401"/>
                <a:ext cx="852468" cy="443867"/>
              </a:xfrm>
              <a:prstGeom prst="rightArrow">
                <a:avLst/>
              </a:prstGeom>
              <a:solidFill>
                <a:srgbClr val="002060"/>
              </a:solidFill>
              <a:ln>
                <a:no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fr-FR" dirty="0"/>
              </a:p>
            </p:txBody>
          </p:sp>
        </p:grpSp>
        <p:sp>
          <p:nvSpPr>
            <p:cNvPr id="29" name="ZoneTexte 28">
              <a:extLst>
                <a:ext uri="{FF2B5EF4-FFF2-40B4-BE49-F238E27FC236}">
                  <a16:creationId xmlns:a16="http://schemas.microsoft.com/office/drawing/2014/main" id="{EA6A6619-30DC-560C-939E-D4C72834276B}"/>
                </a:ext>
              </a:extLst>
            </p:cNvPr>
            <p:cNvSpPr txBox="1"/>
            <p:nvPr/>
          </p:nvSpPr>
          <p:spPr>
            <a:xfrm>
              <a:off x="6337348" y="4542896"/>
              <a:ext cx="5832648" cy="511930"/>
            </a:xfrm>
            <a:prstGeom prst="rect">
              <a:avLst/>
            </a:prstGeom>
            <a:noFill/>
            <a:ln>
              <a:noFill/>
            </a:ln>
          </p:spPr>
          <p:txBody>
            <a:bodyPr wrap="square">
              <a:spAutoFit/>
            </a:bodyPr>
            <a:lstStyle/>
            <a:p>
              <a:pPr marL="171450" indent="-171450" algn="just">
                <a:buFont typeface="Wingdings" panose="05000000000000000000" pitchFamily="2" charset="2"/>
                <a:buChar char="v"/>
              </a:pPr>
              <a:r>
                <a:rPr lang="fr-FR" sz="800" dirty="0">
                  <a:latin typeface="Times New Roman" panose="02020603050405020304" pitchFamily="18" charset="0"/>
                  <a:cs typeface="Times New Roman" panose="02020603050405020304" pitchFamily="18" charset="0"/>
                </a:rPr>
                <a:t>La distance entre l'Aéroport International Blaise Diagne (AIBD) et Keur Massar, un quartier situé à l'est de Dakar,  est d'environ </a:t>
              </a:r>
              <a:r>
                <a:rPr lang="fr-FR" sz="800" b="1" dirty="0">
                  <a:latin typeface="Times New Roman" panose="02020603050405020304" pitchFamily="18" charset="0"/>
                  <a:cs typeface="Times New Roman" panose="02020603050405020304" pitchFamily="18" charset="0"/>
                </a:rPr>
                <a:t>30 à 35 kilomètres</a:t>
              </a:r>
              <a:r>
                <a:rPr lang="fr-FR" sz="800" dirty="0">
                  <a:latin typeface="Times New Roman" panose="02020603050405020304" pitchFamily="18" charset="0"/>
                  <a:cs typeface="Times New Roman" panose="02020603050405020304" pitchFamily="18" charset="0"/>
                </a:rPr>
                <a:t> en voiture</a:t>
              </a:r>
              <a:r>
                <a:rPr lang="fr-FR" sz="1050" dirty="0">
                  <a:latin typeface="Times New Roman" panose="02020603050405020304" pitchFamily="18" charset="0"/>
                  <a:cs typeface="Times New Roman" panose="02020603050405020304" pitchFamily="18" charset="0"/>
                </a:rPr>
                <a:t>.</a:t>
              </a:r>
            </a:p>
          </p:txBody>
        </p:sp>
        <p:sp>
          <p:nvSpPr>
            <p:cNvPr id="30" name="ZoneTexte 29">
              <a:extLst>
                <a:ext uri="{FF2B5EF4-FFF2-40B4-BE49-F238E27FC236}">
                  <a16:creationId xmlns:a16="http://schemas.microsoft.com/office/drawing/2014/main" id="{4359683E-46F4-18E0-D626-5E2A9E976C3B}"/>
                </a:ext>
              </a:extLst>
            </p:cNvPr>
            <p:cNvSpPr txBox="1"/>
            <p:nvPr/>
          </p:nvSpPr>
          <p:spPr>
            <a:xfrm>
              <a:off x="6337347" y="5318243"/>
              <a:ext cx="5832646" cy="1023692"/>
            </a:xfrm>
            <a:prstGeom prst="rect">
              <a:avLst/>
            </a:prstGeom>
            <a:noFill/>
            <a:ln>
              <a:noFill/>
            </a:ln>
          </p:spPr>
          <p:txBody>
            <a:bodyPr wrap="square">
              <a:spAutoFit/>
            </a:bodyPr>
            <a:lstStyle/>
            <a:p>
              <a:pPr marL="171450" indent="-171450" algn="just">
                <a:buFont typeface="Wingdings" panose="05000000000000000000" pitchFamily="2" charset="2"/>
                <a:buChar char="v"/>
              </a:pPr>
              <a:r>
                <a:rPr lang="fr-FR" sz="800" dirty="0">
                  <a:latin typeface="Times New Roman" panose="02020603050405020304" pitchFamily="18" charset="0"/>
                  <a:cs typeface="Times New Roman" panose="02020603050405020304" pitchFamily="18" charset="0"/>
                </a:rPr>
                <a:t>La ville dispose d'un réseau routier moderne, de transports en commun comme le TER, BRT, DDD, Bus et Taxi (</a:t>
              </a:r>
              <a:r>
                <a:rPr lang="fr-FR" sz="800" dirty="0" err="1">
                  <a:latin typeface="Times New Roman" panose="02020603050405020304" pitchFamily="18" charset="0"/>
                  <a:cs typeface="Times New Roman" panose="02020603050405020304" pitchFamily="18" charset="0"/>
                </a:rPr>
                <a:t>Heetch</a:t>
              </a:r>
              <a:r>
                <a:rPr lang="fr-FR" sz="800" dirty="0">
                  <a:latin typeface="Times New Roman" panose="02020603050405020304" pitchFamily="18" charset="0"/>
                  <a:cs typeface="Times New Roman" panose="02020603050405020304" pitchFamily="18" charset="0"/>
                </a:rPr>
                <a:t>, </a:t>
              </a:r>
              <a:r>
                <a:rPr lang="fr-FR" sz="800" dirty="0" err="1">
                  <a:latin typeface="Times New Roman" panose="02020603050405020304" pitchFamily="18" charset="0"/>
                  <a:cs typeface="Times New Roman" panose="02020603050405020304" pitchFamily="18" charset="0"/>
                </a:rPr>
                <a:t>Yango</a:t>
              </a:r>
              <a:r>
                <a:rPr lang="fr-FR" sz="800" dirty="0">
                  <a:latin typeface="Times New Roman" panose="02020603050405020304" pitchFamily="18" charset="0"/>
                  <a:cs typeface="Times New Roman" panose="02020603050405020304" pitchFamily="18" charset="0"/>
                </a:rPr>
                <a:t> et Uber).</a:t>
              </a:r>
            </a:p>
            <a:p>
              <a:pPr algn="just"/>
              <a:endParaRPr lang="fr-FR" sz="800" dirty="0">
                <a:latin typeface="Times New Roman" panose="02020603050405020304" pitchFamily="18" charset="0"/>
                <a:cs typeface="Times New Roman" panose="02020603050405020304" pitchFamily="18" charset="0"/>
              </a:endParaRPr>
            </a:p>
            <a:p>
              <a:pPr marL="171450" indent="-171450" algn="just">
                <a:buFont typeface="Wingdings" panose="05000000000000000000" pitchFamily="2" charset="2"/>
                <a:buChar char="v"/>
              </a:pPr>
              <a:r>
                <a:rPr lang="fr-FR" sz="800" dirty="0">
                  <a:latin typeface="Times New Roman" panose="02020603050405020304" pitchFamily="18" charset="0"/>
                  <a:cs typeface="Times New Roman" panose="02020603050405020304" pitchFamily="18" charset="0"/>
                </a:rPr>
                <a:t>Dakar bénéficie d'une infrastructure en développement, avec un accès accru à Internet mobile et haut débit, favorisant l'émergence de start-ups technologiques.</a:t>
              </a:r>
            </a:p>
          </p:txBody>
        </p:sp>
      </p:grpSp>
      <p:sp>
        <p:nvSpPr>
          <p:cNvPr id="42" name="Ruban : incliné vers le bas 41">
            <a:extLst>
              <a:ext uri="{FF2B5EF4-FFF2-40B4-BE49-F238E27FC236}">
                <a16:creationId xmlns:a16="http://schemas.microsoft.com/office/drawing/2014/main" id="{FBC4980D-2AEC-F1EE-B493-AD786857ED75}"/>
              </a:ext>
            </a:extLst>
          </p:cNvPr>
          <p:cNvSpPr/>
          <p:nvPr/>
        </p:nvSpPr>
        <p:spPr>
          <a:xfrm>
            <a:off x="1714612" y="708222"/>
            <a:ext cx="5245421" cy="142963"/>
          </a:xfrm>
          <a:prstGeom prst="ribbon">
            <a:avLst/>
          </a:prstGeom>
          <a:solidFill>
            <a:srgbClr val="00206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rgbClr val="002060"/>
              </a:solidFill>
            </a:endParaRPr>
          </a:p>
        </p:txBody>
      </p:sp>
      <p:cxnSp>
        <p:nvCxnSpPr>
          <p:cNvPr id="2" name="Connecteur droit 1">
            <a:extLst>
              <a:ext uri="{FF2B5EF4-FFF2-40B4-BE49-F238E27FC236}">
                <a16:creationId xmlns:a16="http://schemas.microsoft.com/office/drawing/2014/main" id="{68CA6B92-6DE7-1C5A-CBF7-6EE8C9C62190}"/>
              </a:ext>
            </a:extLst>
          </p:cNvPr>
          <p:cNvCxnSpPr/>
          <p:nvPr/>
        </p:nvCxnSpPr>
        <p:spPr>
          <a:xfrm>
            <a:off x="0" y="1084556"/>
            <a:ext cx="9141619"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pic>
        <p:nvPicPr>
          <p:cNvPr id="3" name="Image 2" descr="Une image contenant capture d’écran, cercle, texte, logo&#10;&#10;Le contenu généré par l’IA peut être incorrect.">
            <a:extLst>
              <a:ext uri="{FF2B5EF4-FFF2-40B4-BE49-F238E27FC236}">
                <a16:creationId xmlns:a16="http://schemas.microsoft.com/office/drawing/2014/main" id="{AC8840F7-A577-387C-E179-11E5A33DAC21}"/>
              </a:ext>
            </a:extLst>
          </p:cNvPr>
          <p:cNvPicPr>
            <a:picLocks noChangeAspect="1"/>
          </p:cNvPicPr>
          <p:nvPr/>
        </p:nvPicPr>
        <p:blipFill>
          <a:blip r:embed="rId8"/>
          <a:stretch>
            <a:fillRect/>
          </a:stretch>
        </p:blipFill>
        <p:spPr>
          <a:xfrm>
            <a:off x="293669" y="224798"/>
            <a:ext cx="845613" cy="789590"/>
          </a:xfrm>
          <a:prstGeom prst="rect">
            <a:avLst/>
          </a:prstGeom>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Shape 232">
          <a:extLst>
            <a:ext uri="{FF2B5EF4-FFF2-40B4-BE49-F238E27FC236}">
              <a16:creationId xmlns:a16="http://schemas.microsoft.com/office/drawing/2014/main" id="{37A9E668-79FB-55B4-A0A3-5DD20ACE1D37}"/>
            </a:ext>
          </a:extLst>
        </p:cNvPr>
        <p:cNvGrpSpPr/>
        <p:nvPr/>
      </p:nvGrpSpPr>
      <p:grpSpPr>
        <a:xfrm>
          <a:off x="0" y="0"/>
          <a:ext cx="0" cy="0"/>
          <a:chOff x="0" y="0"/>
          <a:chExt cx="0" cy="0"/>
        </a:xfrm>
      </p:grpSpPr>
      <p:sp>
        <p:nvSpPr>
          <p:cNvPr id="233" name="Google Shape;233;p32">
            <a:extLst>
              <a:ext uri="{FF2B5EF4-FFF2-40B4-BE49-F238E27FC236}">
                <a16:creationId xmlns:a16="http://schemas.microsoft.com/office/drawing/2014/main" id="{DF1042CB-1CF4-12D6-CC50-F4BE83EFD070}"/>
              </a:ext>
            </a:extLst>
          </p:cNvPr>
          <p:cNvSpPr txBox="1">
            <a:spLocks noGrp="1"/>
          </p:cNvSpPr>
          <p:nvPr>
            <p:ph type="title"/>
          </p:nvPr>
        </p:nvSpPr>
        <p:spPr>
          <a:xfrm>
            <a:off x="511827" y="301982"/>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FR" sz="2000" dirty="0">
                <a:latin typeface="Times New Roman" panose="02020603050405020304" pitchFamily="18" charset="0"/>
                <a:cs typeface="Times New Roman" panose="02020603050405020304" pitchFamily="18" charset="0"/>
              </a:rPr>
              <a:t>POSITION D’IMMEIT</a:t>
            </a:r>
          </a:p>
        </p:txBody>
      </p:sp>
      <p:sp>
        <p:nvSpPr>
          <p:cNvPr id="42" name="Ruban : incliné vers le bas 41">
            <a:extLst>
              <a:ext uri="{FF2B5EF4-FFF2-40B4-BE49-F238E27FC236}">
                <a16:creationId xmlns:a16="http://schemas.microsoft.com/office/drawing/2014/main" id="{B24E4A9D-71FF-790E-DBC8-13754D1AEE3E}"/>
              </a:ext>
            </a:extLst>
          </p:cNvPr>
          <p:cNvSpPr/>
          <p:nvPr/>
        </p:nvSpPr>
        <p:spPr>
          <a:xfrm>
            <a:off x="1714612" y="708222"/>
            <a:ext cx="5245421" cy="142963"/>
          </a:xfrm>
          <a:prstGeom prst="ribbon">
            <a:avLst/>
          </a:prstGeom>
          <a:solidFill>
            <a:srgbClr val="00206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rgbClr val="002060"/>
              </a:solidFill>
            </a:endParaRPr>
          </a:p>
        </p:txBody>
      </p:sp>
      <p:cxnSp>
        <p:nvCxnSpPr>
          <p:cNvPr id="2" name="Connecteur droit 1">
            <a:extLst>
              <a:ext uri="{FF2B5EF4-FFF2-40B4-BE49-F238E27FC236}">
                <a16:creationId xmlns:a16="http://schemas.microsoft.com/office/drawing/2014/main" id="{AD3C1FD9-DEEC-67D5-1E83-35C07143E590}"/>
              </a:ext>
            </a:extLst>
          </p:cNvPr>
          <p:cNvCxnSpPr/>
          <p:nvPr/>
        </p:nvCxnSpPr>
        <p:spPr>
          <a:xfrm>
            <a:off x="0" y="1084556"/>
            <a:ext cx="9141619"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13" name="ZoneTexte 12">
            <a:extLst>
              <a:ext uri="{FF2B5EF4-FFF2-40B4-BE49-F238E27FC236}">
                <a16:creationId xmlns:a16="http://schemas.microsoft.com/office/drawing/2014/main" id="{2AFD702E-83E8-2D70-78EB-DC21AE2923C6}"/>
              </a:ext>
            </a:extLst>
          </p:cNvPr>
          <p:cNvSpPr txBox="1"/>
          <p:nvPr/>
        </p:nvSpPr>
        <p:spPr>
          <a:xfrm>
            <a:off x="231565" y="1151894"/>
            <a:ext cx="8678487" cy="3754874"/>
          </a:xfrm>
          <a:prstGeom prst="rect">
            <a:avLst/>
          </a:prstGeom>
          <a:noFill/>
        </p:spPr>
        <p:txBody>
          <a:bodyPr wrap="square">
            <a:spAutoFit/>
          </a:bodyPr>
          <a:lstStyle/>
          <a:p>
            <a:r>
              <a:rPr lang="fr-FR" dirty="0">
                <a:latin typeface="Times New Roman" panose="02020603050405020304" pitchFamily="18" charset="0"/>
                <a:cs typeface="Times New Roman" panose="02020603050405020304" pitchFamily="18" charset="0"/>
              </a:rPr>
              <a:t>IMMEIT  se situe à la </a:t>
            </a:r>
            <a:r>
              <a:rPr lang="fr-FR" b="1" dirty="0">
                <a:latin typeface="Times New Roman" panose="02020603050405020304" pitchFamily="18" charset="0"/>
                <a:cs typeface="Times New Roman" panose="02020603050405020304" pitchFamily="18" charset="0"/>
              </a:rPr>
              <a:t>cité SAFCO</a:t>
            </a:r>
            <a:r>
              <a:rPr lang="fr-FR" dirty="0">
                <a:latin typeface="Times New Roman" panose="02020603050405020304" pitchFamily="18" charset="0"/>
                <a:cs typeface="Times New Roman" panose="02020603050405020304" pitchFamily="18" charset="0"/>
              </a:rPr>
              <a:t> dans la zone de </a:t>
            </a:r>
            <a:r>
              <a:rPr lang="fr-FR" b="1" dirty="0">
                <a:latin typeface="Times New Roman" panose="02020603050405020304" pitchFamily="18" charset="0"/>
                <a:cs typeface="Times New Roman" panose="02020603050405020304" pitchFamily="18" charset="0"/>
              </a:rPr>
              <a:t>Keur Massar</a:t>
            </a:r>
            <a:r>
              <a:rPr lang="fr-FR" dirty="0">
                <a:latin typeface="Times New Roman" panose="02020603050405020304" pitchFamily="18" charset="0"/>
                <a:cs typeface="Times New Roman" panose="02020603050405020304" pitchFamily="18" charset="0"/>
              </a:rPr>
              <a:t>, dans la région de Dakar.</a:t>
            </a:r>
          </a:p>
          <a:p>
            <a:endParaRPr lang="fr-FR" dirty="0">
              <a:latin typeface="Times New Roman" panose="02020603050405020304" pitchFamily="18" charset="0"/>
              <a:cs typeface="Times New Roman" panose="02020603050405020304" pitchFamily="18" charset="0"/>
            </a:endParaRPr>
          </a:p>
          <a:p>
            <a:r>
              <a:rPr lang="fr-FR" dirty="0">
                <a:latin typeface="Times New Roman" panose="02020603050405020304" pitchFamily="18" charset="0"/>
                <a:cs typeface="Times New Roman" panose="02020603050405020304" pitchFamily="18" charset="0"/>
              </a:rPr>
              <a:t>📍 </a:t>
            </a:r>
            <a:r>
              <a:rPr lang="fr-FR" b="1" dirty="0">
                <a:latin typeface="Times New Roman" panose="02020603050405020304" pitchFamily="18" charset="0"/>
                <a:cs typeface="Times New Roman" panose="02020603050405020304" pitchFamily="18" charset="0"/>
              </a:rPr>
              <a:t>Positionnement géographique de la Cité SAFCO </a:t>
            </a:r>
            <a:r>
              <a:rPr lang="fr-FR" dirty="0">
                <a:latin typeface="Times New Roman" panose="02020603050405020304" pitchFamily="18" charset="0"/>
                <a:cs typeface="Times New Roman" panose="02020603050405020304" pitchFamily="18" charset="0"/>
              </a:rPr>
              <a:t>📍</a:t>
            </a:r>
          </a:p>
          <a:p>
            <a:endParaRPr lang="fr-FR"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fr-FR" dirty="0">
                <a:latin typeface="Times New Roman" panose="02020603050405020304" pitchFamily="18" charset="0"/>
                <a:cs typeface="Times New Roman" panose="02020603050405020304" pitchFamily="18" charset="0"/>
              </a:rPr>
              <a:t>Située à Keur Massar (région de Dakar), à l’est de Dakar. </a:t>
            </a:r>
          </a:p>
          <a:p>
            <a:pPr marL="285750" indent="-285750">
              <a:buFont typeface="Wingdings" panose="05000000000000000000" pitchFamily="2" charset="2"/>
              <a:buChar char="v"/>
            </a:pPr>
            <a:r>
              <a:rPr lang="fr-FR" dirty="0">
                <a:latin typeface="Times New Roman" panose="02020603050405020304" pitchFamily="18" charset="0"/>
                <a:cs typeface="Times New Roman" panose="02020603050405020304" pitchFamily="18" charset="0"/>
              </a:rPr>
              <a:t>Le quartier est localisé le long de la route de Keur Massar, dans la zone </a:t>
            </a:r>
            <a:r>
              <a:rPr lang="fr-FR" dirty="0" err="1">
                <a:latin typeface="Times New Roman" panose="02020603050405020304" pitchFamily="18" charset="0"/>
                <a:cs typeface="Times New Roman" panose="02020603050405020304" pitchFamily="18" charset="0"/>
              </a:rPr>
              <a:t>Niacoulrab</a:t>
            </a:r>
            <a:r>
              <a:rPr lang="fr-FR" dirty="0">
                <a:latin typeface="Times New Roman" panose="02020603050405020304" pitchFamily="18" charset="0"/>
                <a:cs typeface="Times New Roman" panose="02020603050405020304" pitchFamily="18" charset="0"/>
              </a:rPr>
              <a:t> / Tivaouane Peulh – </a:t>
            </a:r>
            <a:r>
              <a:rPr lang="fr-FR" dirty="0" err="1">
                <a:latin typeface="Times New Roman" panose="02020603050405020304" pitchFamily="18" charset="0"/>
                <a:cs typeface="Times New Roman" panose="02020603050405020304" pitchFamily="18" charset="0"/>
              </a:rPr>
              <a:t>Niaga</a:t>
            </a:r>
            <a:r>
              <a:rPr lang="fr-FR" dirty="0">
                <a:latin typeface="Times New Roman" panose="02020603050405020304" pitchFamily="18" charset="0"/>
                <a:cs typeface="Times New Roman" panose="02020603050405020304" pitchFamily="18" charset="0"/>
              </a:rPr>
              <a:t>. </a:t>
            </a:r>
          </a:p>
          <a:p>
            <a:pPr marL="285750" indent="-285750">
              <a:buFont typeface="Wingdings" panose="05000000000000000000" pitchFamily="2" charset="2"/>
              <a:buChar char="v"/>
            </a:pPr>
            <a:r>
              <a:rPr lang="fr-FR">
                <a:latin typeface="Times New Roman" panose="02020603050405020304" pitchFamily="18" charset="0"/>
                <a:cs typeface="Times New Roman" panose="02020603050405020304" pitchFamily="18" charset="0"/>
              </a:rPr>
              <a:t>La </a:t>
            </a:r>
            <a:r>
              <a:rPr lang="fr-FR" dirty="0">
                <a:latin typeface="Times New Roman" panose="02020603050405020304" pitchFamily="18" charset="0"/>
                <a:cs typeface="Times New Roman" panose="02020603050405020304" pitchFamily="18" charset="0"/>
              </a:rPr>
              <a:t>cité est accessible par la VDN et les axes principaux de Keur Massar</a:t>
            </a:r>
          </a:p>
          <a:p>
            <a:pPr marL="285750" indent="-285750">
              <a:buFont typeface="Wingdings" panose="05000000000000000000" pitchFamily="2" charset="2"/>
              <a:buChar char="v"/>
            </a:pPr>
            <a:endParaRPr lang="fr-FR" dirty="0">
              <a:latin typeface="Times New Roman" panose="02020603050405020304" pitchFamily="18" charset="0"/>
              <a:cs typeface="Times New Roman" panose="02020603050405020304" pitchFamily="18" charset="0"/>
            </a:endParaRPr>
          </a:p>
          <a:p>
            <a:r>
              <a:rPr lang="fr-FR" dirty="0">
                <a:latin typeface="Times New Roman" panose="02020603050405020304" pitchFamily="18" charset="0"/>
                <a:cs typeface="Times New Roman" panose="02020603050405020304" pitchFamily="18" charset="0"/>
              </a:rPr>
              <a:t>📍 </a:t>
            </a:r>
            <a:r>
              <a:rPr lang="fr-FR" b="1" dirty="0">
                <a:latin typeface="Times New Roman" panose="02020603050405020304" pitchFamily="18" charset="0"/>
                <a:cs typeface="Times New Roman" panose="02020603050405020304" pitchFamily="18" charset="0"/>
              </a:rPr>
              <a:t>Repères autour de la cité SAFCO </a:t>
            </a:r>
            <a:r>
              <a:rPr lang="fr-FR" dirty="0">
                <a:latin typeface="Times New Roman" panose="02020603050405020304" pitchFamily="18" charset="0"/>
                <a:cs typeface="Times New Roman" panose="02020603050405020304" pitchFamily="18" charset="0"/>
              </a:rPr>
              <a:t>📍</a:t>
            </a:r>
          </a:p>
          <a:p>
            <a:endParaRPr lang="fr-FR" b="1" dirty="0">
              <a:latin typeface="Times New Roman" panose="02020603050405020304" pitchFamily="18" charset="0"/>
              <a:cs typeface="Times New Roman" panose="02020603050405020304" pitchFamily="18" charset="0"/>
            </a:endParaRPr>
          </a:p>
          <a:p>
            <a:r>
              <a:rPr lang="fr-FR" dirty="0">
                <a:latin typeface="Times New Roman" panose="02020603050405020304" pitchFamily="18" charset="0"/>
                <a:cs typeface="Times New Roman" panose="02020603050405020304" pitchFamily="18" charset="0"/>
              </a:rPr>
              <a:t>On situe généralement la cité SAFCO :</a:t>
            </a:r>
          </a:p>
          <a:p>
            <a:endParaRPr lang="fr-FR"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fr-FR" dirty="0">
                <a:latin typeface="Times New Roman" panose="02020603050405020304" pitchFamily="18" charset="0"/>
                <a:cs typeface="Times New Roman" panose="02020603050405020304" pitchFamily="18" charset="0"/>
              </a:rPr>
              <a:t>Entre Keur Massar et Tivaouane Peulh</a:t>
            </a:r>
          </a:p>
          <a:p>
            <a:pPr marL="285750" indent="-285750">
              <a:buFont typeface="Wingdings" panose="05000000000000000000" pitchFamily="2" charset="2"/>
              <a:buChar char="v"/>
            </a:pPr>
            <a:r>
              <a:rPr lang="fr-FR" dirty="0">
                <a:latin typeface="Times New Roman" panose="02020603050405020304" pitchFamily="18" charset="0"/>
                <a:cs typeface="Times New Roman" panose="02020603050405020304" pitchFamily="18" charset="0"/>
              </a:rPr>
              <a:t>Vers </a:t>
            </a:r>
            <a:r>
              <a:rPr lang="fr-FR" dirty="0" err="1">
                <a:latin typeface="Times New Roman" panose="02020603050405020304" pitchFamily="18" charset="0"/>
                <a:cs typeface="Times New Roman" panose="02020603050405020304" pitchFamily="18" charset="0"/>
              </a:rPr>
              <a:t>Niacoulrab</a:t>
            </a:r>
            <a:r>
              <a:rPr lang="fr-FR" dirty="0">
                <a:latin typeface="Times New Roman" panose="02020603050405020304" pitchFamily="18" charset="0"/>
                <a:cs typeface="Times New Roman" panose="02020603050405020304" pitchFamily="18" charset="0"/>
              </a:rPr>
              <a:t> – Arrêt Baye </a:t>
            </a:r>
            <a:r>
              <a:rPr lang="fr-FR" dirty="0" err="1">
                <a:latin typeface="Times New Roman" panose="02020603050405020304" pitchFamily="18" charset="0"/>
                <a:cs typeface="Times New Roman" panose="02020603050405020304" pitchFamily="18" charset="0"/>
              </a:rPr>
              <a:t>Niass</a:t>
            </a:r>
            <a:r>
              <a:rPr lang="fr-FR" dirty="0">
                <a:latin typeface="Times New Roman" panose="02020603050405020304" pitchFamily="18" charset="0"/>
                <a:cs typeface="Times New Roman" panose="02020603050405020304" pitchFamily="18" charset="0"/>
              </a:rPr>
              <a:t> - Arrêt ISI</a:t>
            </a:r>
          </a:p>
          <a:p>
            <a:pPr marL="285750" indent="-285750">
              <a:buFont typeface="Wingdings" panose="05000000000000000000" pitchFamily="2" charset="2"/>
              <a:buChar char="v"/>
            </a:pPr>
            <a:r>
              <a:rPr lang="fr-FR" dirty="0">
                <a:latin typeface="Times New Roman" panose="02020603050405020304" pitchFamily="18" charset="0"/>
                <a:cs typeface="Times New Roman" panose="02020603050405020304" pitchFamily="18" charset="0"/>
              </a:rPr>
              <a:t>À quelques minutes de la gare de Mbao en voiture.</a:t>
            </a:r>
          </a:p>
          <a:p>
            <a:pPr marL="285750" indent="-285750">
              <a:buFont typeface="Wingdings" panose="05000000000000000000" pitchFamily="2" charset="2"/>
              <a:buChar char="v"/>
            </a:pPr>
            <a:endParaRPr lang="fr-FR" dirty="0">
              <a:latin typeface="Times New Roman" panose="02020603050405020304" pitchFamily="18" charset="0"/>
              <a:cs typeface="Times New Roman" panose="02020603050405020304" pitchFamily="18" charset="0"/>
            </a:endParaRPr>
          </a:p>
          <a:p>
            <a:endParaRPr lang="fr-FR" dirty="0">
              <a:latin typeface="Times New Roman" panose="02020603050405020304" pitchFamily="18" charset="0"/>
              <a:cs typeface="Times New Roman" panose="02020603050405020304" pitchFamily="18" charset="0"/>
            </a:endParaRPr>
          </a:p>
        </p:txBody>
      </p:sp>
      <p:pic>
        <p:nvPicPr>
          <p:cNvPr id="25" name="Image 24" descr="Une image contenant capture d’écran, cercle, texte, logo&#10;&#10;Le contenu généré par l’IA peut être incorrect.">
            <a:extLst>
              <a:ext uri="{FF2B5EF4-FFF2-40B4-BE49-F238E27FC236}">
                <a16:creationId xmlns:a16="http://schemas.microsoft.com/office/drawing/2014/main" id="{461FDCC5-D5CA-031C-B665-E025388404F4}"/>
              </a:ext>
            </a:extLst>
          </p:cNvPr>
          <p:cNvPicPr>
            <a:picLocks noChangeAspect="1"/>
          </p:cNvPicPr>
          <p:nvPr/>
        </p:nvPicPr>
        <p:blipFill>
          <a:blip r:embed="rId3"/>
          <a:stretch>
            <a:fillRect/>
          </a:stretch>
        </p:blipFill>
        <p:spPr>
          <a:xfrm>
            <a:off x="293669" y="224798"/>
            <a:ext cx="845613" cy="792422"/>
          </a:xfrm>
          <a:prstGeom prst="rect">
            <a:avLst/>
          </a:prstGeom>
          <a:effectLst/>
        </p:spPr>
      </p:pic>
    </p:spTree>
    <p:extLst>
      <p:ext uri="{BB962C8B-B14F-4D97-AF65-F5344CB8AC3E}">
        <p14:creationId xmlns:p14="http://schemas.microsoft.com/office/powerpoint/2010/main" val="4181700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Shape 232">
          <a:extLst>
            <a:ext uri="{FF2B5EF4-FFF2-40B4-BE49-F238E27FC236}">
              <a16:creationId xmlns:a16="http://schemas.microsoft.com/office/drawing/2014/main" id="{9314B859-1340-D839-D37A-F947DF52076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52926F7-6964-460F-31E2-B866A8519027}"/>
              </a:ext>
            </a:extLst>
          </p:cNvPr>
          <p:cNvSpPr txBox="1">
            <a:spLocks/>
          </p:cNvSpPr>
          <p:nvPr/>
        </p:nvSpPr>
        <p:spPr bwMode="gray">
          <a:xfrm>
            <a:off x="2018107" y="398536"/>
            <a:ext cx="5641127" cy="348513"/>
          </a:xfrm>
          <a:prstGeom prst="rect">
            <a:avLst/>
          </a:prstGeom>
        </p:spPr>
        <p:txBody>
          <a:bodyPr vert="horz" lIns="68562" tIns="34281" rIns="68562" bIns="34281" rtlCol="0" anchor="ctr">
            <a:normAutofit fontScale="45000" lnSpcReduction="20000"/>
          </a:bodyPr>
          <a:lstStyle>
            <a:lvl1pPr algn="l" defTabSz="914400" rtl="0" eaLnBrk="1" latinLnBrk="0" hangingPunct="1">
              <a:lnSpc>
                <a:spcPct val="80000"/>
              </a:lnSpc>
              <a:spcBef>
                <a:spcPct val="0"/>
              </a:spcBef>
              <a:buNone/>
              <a:defRPr sz="3600" kern="1200">
                <a:solidFill>
                  <a:schemeClr val="tx2"/>
                </a:solidFill>
                <a:latin typeface="+mj-lt"/>
                <a:ea typeface="+mj-ea"/>
                <a:cs typeface="+mj-cs"/>
              </a:defRPr>
            </a:lvl1pPr>
          </a:lstStyle>
          <a:p>
            <a:pPr algn="ctr" defTabSz="685800">
              <a:buClrTx/>
            </a:pPr>
            <a:r>
              <a:rPr lang="fr-FR" altLang="fr-FR" sz="4575" b="1" dirty="0">
                <a:solidFill>
                  <a:srgbClr val="002060"/>
                </a:solidFill>
                <a:latin typeface="Algerian" panose="04020705040A02060702" pitchFamily="82" charset="0"/>
                <a:ea typeface="Open Sans" panose="020B0606030504020204" pitchFamily="34" charset="0"/>
                <a:cs typeface="Times New Roman" panose="02020603050405020304" pitchFamily="18" charset="0"/>
              </a:rPr>
              <a:t>LISTE DES CONTINENTS ET DES PAYS CIBLES  </a:t>
            </a:r>
            <a:br>
              <a:rPr lang="fr-FR" sz="1350" dirty="0">
                <a:solidFill>
                  <a:srgbClr val="002060"/>
                </a:solidFill>
                <a:latin typeface="Algerian" panose="04020705040A02060702" pitchFamily="82" charset="0"/>
                <a:cs typeface="Times New Roman" panose="02020603050405020304" pitchFamily="18" charset="0"/>
              </a:rPr>
            </a:br>
            <a:endParaRPr lang="fr-FR" altLang="fr-FR" sz="1349" dirty="0">
              <a:solidFill>
                <a:srgbClr val="373545"/>
              </a:solidFill>
              <a:latin typeface="Open Sans Extrabold" panose="020B0606030504020204" pitchFamily="34" charset="0"/>
              <a:ea typeface="Open Sans Extrabold" panose="020B0606030504020204" pitchFamily="34" charset="0"/>
              <a:cs typeface="Open Sans Extrabold" panose="020B0606030504020204" pitchFamily="34" charset="0"/>
            </a:endParaRPr>
          </a:p>
        </p:txBody>
      </p:sp>
      <p:sp>
        <p:nvSpPr>
          <p:cNvPr id="3" name="Ruban : incliné vers le bas 2">
            <a:extLst>
              <a:ext uri="{FF2B5EF4-FFF2-40B4-BE49-F238E27FC236}">
                <a16:creationId xmlns:a16="http://schemas.microsoft.com/office/drawing/2014/main" id="{C9EE79D6-44B6-4DB5-1F2B-4199908BD5A3}"/>
              </a:ext>
            </a:extLst>
          </p:cNvPr>
          <p:cNvSpPr/>
          <p:nvPr/>
        </p:nvSpPr>
        <p:spPr>
          <a:xfrm>
            <a:off x="1390284" y="677060"/>
            <a:ext cx="6896775" cy="165100"/>
          </a:xfrm>
          <a:prstGeom prst="ribbon">
            <a:avLst/>
          </a:prstGeom>
          <a:solidFill>
            <a:srgbClr val="00206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rgbClr val="002060"/>
              </a:solidFill>
            </a:endParaRPr>
          </a:p>
        </p:txBody>
      </p:sp>
      <p:sp>
        <p:nvSpPr>
          <p:cNvPr id="4" name="ZoneTexte 3">
            <a:extLst>
              <a:ext uri="{FF2B5EF4-FFF2-40B4-BE49-F238E27FC236}">
                <a16:creationId xmlns:a16="http://schemas.microsoft.com/office/drawing/2014/main" id="{1DDA9115-5E41-2096-C561-5EF9E26C0145}"/>
              </a:ext>
            </a:extLst>
          </p:cNvPr>
          <p:cNvSpPr txBox="1"/>
          <p:nvPr/>
        </p:nvSpPr>
        <p:spPr>
          <a:xfrm>
            <a:off x="359532" y="1167594"/>
            <a:ext cx="3460118" cy="2999026"/>
          </a:xfrm>
          <a:prstGeom prst="rect">
            <a:avLst/>
          </a:prstGeom>
          <a:noFill/>
        </p:spPr>
        <p:txBody>
          <a:bodyPr wrap="square" rtlCol="0">
            <a:spAutoFit/>
          </a:bodyPr>
          <a:lstStyle/>
          <a:p>
            <a:pPr marL="214248" indent="-214248" defTabSz="685800">
              <a:buClrTx/>
              <a:buFont typeface="Arial" panose="020B0604020202020204" pitchFamily="34" charset="0"/>
              <a:buChar char="•"/>
            </a:pPr>
            <a:r>
              <a:rPr lang="fr-FR" sz="1200" dirty="0"/>
              <a:t>🌍</a:t>
            </a:r>
            <a:r>
              <a:rPr lang="fr-FR" sz="1349" b="1" kern="1200" dirty="0">
                <a:solidFill>
                  <a:srgbClr val="002060"/>
                </a:solidFill>
                <a:latin typeface="Times New Roman" panose="02020603050405020304" pitchFamily="18" charset="0"/>
                <a:ea typeface="+mn-ea"/>
                <a:cs typeface="Times New Roman" panose="02020603050405020304" pitchFamily="18" charset="0"/>
              </a:rPr>
              <a:t>Afrique</a:t>
            </a:r>
            <a:r>
              <a:rPr lang="fr-FR" sz="1349" kern="1200" dirty="0">
                <a:solidFill>
                  <a:prstClr val="black"/>
                </a:solidFill>
                <a:latin typeface="Times New Roman" panose="02020603050405020304" pitchFamily="18" charset="0"/>
                <a:ea typeface="+mn-ea"/>
                <a:cs typeface="Times New Roman" panose="02020603050405020304" pitchFamily="18" charset="0"/>
              </a:rPr>
              <a:t> :</a:t>
            </a:r>
          </a:p>
          <a:p>
            <a:pPr defTabSz="685800">
              <a:buClrTx/>
            </a:pPr>
            <a:endParaRPr lang="fr-FR" sz="1349" kern="1200" dirty="0">
              <a:solidFill>
                <a:prstClr val="black"/>
              </a:solidFill>
              <a:latin typeface="Times New Roman" panose="02020603050405020304" pitchFamily="18" charset="0"/>
              <a:ea typeface="+mn-ea"/>
              <a:cs typeface="Times New Roman" panose="02020603050405020304" pitchFamily="18" charset="0"/>
            </a:endParaRPr>
          </a:p>
          <a:p>
            <a:pPr marL="557045" lvl="1" indent="-214248" defTabSz="685800">
              <a:buClrTx/>
              <a:buFont typeface="Wingdings" panose="05000000000000000000" pitchFamily="2" charset="2"/>
              <a:buChar char="v"/>
            </a:pPr>
            <a:r>
              <a:rPr lang="fr-FR" sz="1349" kern="1200" dirty="0">
                <a:solidFill>
                  <a:prstClr val="black"/>
                </a:solidFill>
                <a:latin typeface="Times New Roman" panose="02020603050405020304" pitchFamily="18" charset="0"/>
                <a:ea typeface="+mn-ea"/>
                <a:cs typeface="Times New Roman" panose="02020603050405020304" pitchFamily="18" charset="0"/>
              </a:rPr>
              <a:t>Sénégal</a:t>
            </a:r>
          </a:p>
          <a:p>
            <a:pPr marL="557045" lvl="1" indent="-214248" defTabSz="685800">
              <a:buClrTx/>
              <a:buFont typeface="Wingdings" panose="05000000000000000000" pitchFamily="2" charset="2"/>
              <a:buChar char="v"/>
            </a:pPr>
            <a:r>
              <a:rPr lang="fr-FR" sz="1349" kern="1200" dirty="0">
                <a:solidFill>
                  <a:prstClr val="black"/>
                </a:solidFill>
                <a:latin typeface="Times New Roman" panose="02020603050405020304" pitchFamily="18" charset="0"/>
                <a:ea typeface="+mn-ea"/>
                <a:cs typeface="Times New Roman" panose="02020603050405020304" pitchFamily="18" charset="0"/>
              </a:rPr>
              <a:t>Mali</a:t>
            </a:r>
          </a:p>
          <a:p>
            <a:pPr marL="557045" lvl="1" indent="-214248" defTabSz="685800">
              <a:buClrTx/>
              <a:buFont typeface="Wingdings" panose="05000000000000000000" pitchFamily="2" charset="2"/>
              <a:buChar char="v"/>
            </a:pPr>
            <a:r>
              <a:rPr lang="fr-FR" sz="1349" kern="1200" dirty="0">
                <a:solidFill>
                  <a:prstClr val="black"/>
                </a:solidFill>
                <a:latin typeface="Times New Roman" panose="02020603050405020304" pitchFamily="18" charset="0"/>
                <a:ea typeface="+mn-ea"/>
                <a:cs typeface="Times New Roman" panose="02020603050405020304" pitchFamily="18" charset="0"/>
              </a:rPr>
              <a:t>Guinée</a:t>
            </a:r>
          </a:p>
          <a:p>
            <a:pPr marL="557045" lvl="1" indent="-214248" defTabSz="685800">
              <a:buClrTx/>
              <a:buFont typeface="Wingdings" panose="05000000000000000000" pitchFamily="2" charset="2"/>
              <a:buChar char="v"/>
            </a:pPr>
            <a:r>
              <a:rPr lang="fr-FR" sz="1349" kern="1200" dirty="0">
                <a:solidFill>
                  <a:prstClr val="black"/>
                </a:solidFill>
                <a:latin typeface="Times New Roman" panose="02020603050405020304" pitchFamily="18" charset="0"/>
                <a:ea typeface="+mn-ea"/>
                <a:cs typeface="Times New Roman" panose="02020603050405020304" pitchFamily="18" charset="0"/>
              </a:rPr>
              <a:t>Côte d’ivoire</a:t>
            </a:r>
          </a:p>
          <a:p>
            <a:pPr marL="342900" lvl="1" defTabSz="685800">
              <a:buClrTx/>
            </a:pPr>
            <a:endParaRPr lang="fr-FR" sz="1349" kern="1200" dirty="0">
              <a:solidFill>
                <a:prstClr val="black"/>
              </a:solidFill>
              <a:latin typeface="Times New Roman" panose="02020603050405020304" pitchFamily="18" charset="0"/>
              <a:ea typeface="+mn-ea"/>
              <a:cs typeface="Times New Roman" panose="02020603050405020304" pitchFamily="18" charset="0"/>
            </a:endParaRPr>
          </a:p>
          <a:p>
            <a:pPr marL="214248" indent="-214248" defTabSz="685800">
              <a:buClrTx/>
              <a:buFont typeface="Arial" panose="020B0604020202020204" pitchFamily="34" charset="0"/>
              <a:buChar char="•"/>
            </a:pPr>
            <a:r>
              <a:rPr lang="fr-FR" sz="1200" dirty="0"/>
              <a:t>🌍</a:t>
            </a:r>
            <a:r>
              <a:rPr lang="fr-FR" sz="1349" b="1" kern="1200" dirty="0">
                <a:solidFill>
                  <a:srgbClr val="002060"/>
                </a:solidFill>
                <a:latin typeface="Times New Roman" panose="02020603050405020304" pitchFamily="18" charset="0"/>
                <a:ea typeface="+mn-ea"/>
                <a:cs typeface="Times New Roman" panose="02020603050405020304" pitchFamily="18" charset="0"/>
              </a:rPr>
              <a:t>Europe</a:t>
            </a:r>
            <a:r>
              <a:rPr lang="fr-FR" sz="1349" kern="1200" dirty="0">
                <a:solidFill>
                  <a:prstClr val="black"/>
                </a:solidFill>
                <a:latin typeface="Times New Roman" panose="02020603050405020304" pitchFamily="18" charset="0"/>
                <a:ea typeface="+mn-ea"/>
                <a:cs typeface="Times New Roman" panose="02020603050405020304" pitchFamily="18" charset="0"/>
              </a:rPr>
              <a:t> :</a:t>
            </a:r>
          </a:p>
          <a:p>
            <a:pPr defTabSz="685800">
              <a:buClrTx/>
            </a:pPr>
            <a:endParaRPr lang="fr-FR" sz="1349" kern="1200" dirty="0">
              <a:solidFill>
                <a:prstClr val="black"/>
              </a:solidFill>
              <a:latin typeface="Times New Roman" panose="02020603050405020304" pitchFamily="18" charset="0"/>
              <a:ea typeface="+mn-ea"/>
              <a:cs typeface="Times New Roman" panose="02020603050405020304" pitchFamily="18" charset="0"/>
            </a:endParaRPr>
          </a:p>
          <a:p>
            <a:pPr marL="557045" lvl="1" indent="-214248" defTabSz="685800">
              <a:buClrTx/>
              <a:buFont typeface="Wingdings" panose="05000000000000000000" pitchFamily="2" charset="2"/>
              <a:buChar char="v"/>
            </a:pPr>
            <a:r>
              <a:rPr lang="fr-FR" sz="1349" kern="1200" dirty="0">
                <a:solidFill>
                  <a:prstClr val="black"/>
                </a:solidFill>
                <a:latin typeface="Times New Roman" panose="02020603050405020304" pitchFamily="18" charset="0"/>
                <a:ea typeface="+mn-ea"/>
                <a:cs typeface="Times New Roman" panose="02020603050405020304" pitchFamily="18" charset="0"/>
              </a:rPr>
              <a:t>France</a:t>
            </a:r>
          </a:p>
          <a:p>
            <a:pPr marL="557045" lvl="1" indent="-214248" defTabSz="685800">
              <a:buClrTx/>
              <a:buFont typeface="Wingdings" panose="05000000000000000000" pitchFamily="2" charset="2"/>
              <a:buChar char="v"/>
            </a:pPr>
            <a:r>
              <a:rPr lang="fr-FR" sz="1349" kern="1200" dirty="0">
                <a:solidFill>
                  <a:prstClr val="black"/>
                </a:solidFill>
                <a:latin typeface="Times New Roman" panose="02020603050405020304" pitchFamily="18" charset="0"/>
                <a:ea typeface="+mn-ea"/>
                <a:cs typeface="Times New Roman" panose="02020603050405020304" pitchFamily="18" charset="0"/>
              </a:rPr>
              <a:t>Italie</a:t>
            </a:r>
          </a:p>
          <a:p>
            <a:pPr marL="557045" lvl="1" indent="-214248" defTabSz="685800">
              <a:buClrTx/>
              <a:buFont typeface="Wingdings" panose="05000000000000000000" pitchFamily="2" charset="2"/>
              <a:buChar char="v"/>
            </a:pPr>
            <a:r>
              <a:rPr lang="fr-FR" sz="1349" kern="1200" dirty="0">
                <a:solidFill>
                  <a:prstClr val="black"/>
                </a:solidFill>
                <a:latin typeface="Times New Roman" panose="02020603050405020304" pitchFamily="18" charset="0"/>
                <a:ea typeface="+mn-ea"/>
                <a:cs typeface="Times New Roman" panose="02020603050405020304" pitchFamily="18" charset="0"/>
              </a:rPr>
              <a:t>Allemagne</a:t>
            </a:r>
          </a:p>
          <a:p>
            <a:pPr marL="557045" lvl="1" indent="-214248" defTabSz="685800">
              <a:buClrTx/>
              <a:buFont typeface="Wingdings" panose="05000000000000000000" pitchFamily="2" charset="2"/>
              <a:buChar char="v"/>
            </a:pPr>
            <a:r>
              <a:rPr lang="fr-FR" sz="1349" kern="1200" dirty="0">
                <a:solidFill>
                  <a:prstClr val="black"/>
                </a:solidFill>
                <a:latin typeface="Times New Roman" panose="02020603050405020304" pitchFamily="18" charset="0"/>
                <a:ea typeface="+mn-ea"/>
                <a:cs typeface="Times New Roman" panose="02020603050405020304" pitchFamily="18" charset="0"/>
              </a:rPr>
              <a:t>Belgique</a:t>
            </a:r>
          </a:p>
          <a:p>
            <a:pPr defTabSz="685800">
              <a:buClrTx/>
            </a:pPr>
            <a:endParaRPr lang="fr-FR" sz="1349" kern="1200" dirty="0">
              <a:solidFill>
                <a:prstClr val="black"/>
              </a:solidFill>
              <a:latin typeface="Times New Roman" panose="02020603050405020304" pitchFamily="18" charset="0"/>
              <a:ea typeface="+mn-ea"/>
              <a:cs typeface="Times New Roman" panose="02020603050405020304" pitchFamily="18" charset="0"/>
            </a:endParaRPr>
          </a:p>
        </p:txBody>
      </p:sp>
      <p:pic>
        <p:nvPicPr>
          <p:cNvPr id="5" name="Image 4">
            <a:extLst>
              <a:ext uri="{FF2B5EF4-FFF2-40B4-BE49-F238E27FC236}">
                <a16:creationId xmlns:a16="http://schemas.microsoft.com/office/drawing/2014/main" id="{A5D2966B-1E4A-E32D-1A43-8DCD5236F4BA}"/>
              </a:ext>
            </a:extLst>
          </p:cNvPr>
          <p:cNvPicPr>
            <a:picLocks noChangeAspect="1"/>
          </p:cNvPicPr>
          <p:nvPr/>
        </p:nvPicPr>
        <p:blipFill>
          <a:blip r:embed="rId3"/>
          <a:srcRect l="14803"/>
          <a:stretch>
            <a:fillRect/>
          </a:stretch>
        </p:blipFill>
        <p:spPr>
          <a:xfrm>
            <a:off x="3042458" y="1448012"/>
            <a:ext cx="3894465" cy="2821388"/>
          </a:xfrm>
          <a:prstGeom prst="ellipse">
            <a:avLst/>
          </a:prstGeom>
          <a:ln>
            <a:noFill/>
          </a:ln>
          <a:effectLst>
            <a:softEdge rad="112500"/>
          </a:effectLst>
        </p:spPr>
      </p:pic>
      <p:cxnSp>
        <p:nvCxnSpPr>
          <p:cNvPr id="6" name="Connecteur droit 5">
            <a:extLst>
              <a:ext uri="{FF2B5EF4-FFF2-40B4-BE49-F238E27FC236}">
                <a16:creationId xmlns:a16="http://schemas.microsoft.com/office/drawing/2014/main" id="{70270960-942A-7E79-D070-68E711505DDA}"/>
              </a:ext>
            </a:extLst>
          </p:cNvPr>
          <p:cNvCxnSpPr/>
          <p:nvPr/>
        </p:nvCxnSpPr>
        <p:spPr>
          <a:xfrm>
            <a:off x="0" y="1084556"/>
            <a:ext cx="9141619"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pic>
        <p:nvPicPr>
          <p:cNvPr id="7" name="Image 6" descr="Une image contenant capture d’écran, cercle, texte, logo&#10;&#10;Le contenu généré par l’IA peut être incorrect.">
            <a:extLst>
              <a:ext uri="{FF2B5EF4-FFF2-40B4-BE49-F238E27FC236}">
                <a16:creationId xmlns:a16="http://schemas.microsoft.com/office/drawing/2014/main" id="{ABF3CECC-3D69-9DCD-81F8-D24317C7894A}"/>
              </a:ext>
            </a:extLst>
          </p:cNvPr>
          <p:cNvPicPr>
            <a:picLocks noChangeAspect="1"/>
          </p:cNvPicPr>
          <p:nvPr/>
        </p:nvPicPr>
        <p:blipFill>
          <a:blip r:embed="rId4"/>
          <a:stretch>
            <a:fillRect/>
          </a:stretch>
        </p:blipFill>
        <p:spPr>
          <a:xfrm>
            <a:off x="293669" y="224798"/>
            <a:ext cx="845613" cy="840016"/>
          </a:xfrm>
          <a:prstGeom prst="rect">
            <a:avLst/>
          </a:prstGeom>
          <a:effectLst/>
        </p:spPr>
      </p:pic>
    </p:spTree>
    <p:extLst>
      <p:ext uri="{BB962C8B-B14F-4D97-AF65-F5344CB8AC3E}">
        <p14:creationId xmlns:p14="http://schemas.microsoft.com/office/powerpoint/2010/main" val="27421549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Shape 265"/>
        <p:cNvGrpSpPr/>
        <p:nvPr/>
      </p:nvGrpSpPr>
      <p:grpSpPr>
        <a:xfrm>
          <a:off x="0" y="0"/>
          <a:ext cx="0" cy="0"/>
          <a:chOff x="0" y="0"/>
          <a:chExt cx="0" cy="0"/>
        </a:xfrm>
      </p:grpSpPr>
      <p:sp>
        <p:nvSpPr>
          <p:cNvPr id="267" name="Google Shape;267;p33"/>
          <p:cNvSpPr txBox="1">
            <a:spLocks noGrp="1"/>
          </p:cNvSpPr>
          <p:nvPr>
            <p:ph type="title"/>
          </p:nvPr>
        </p:nvSpPr>
        <p:spPr>
          <a:xfrm>
            <a:off x="720000" y="166309"/>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FR" sz="2000" dirty="0">
                <a:latin typeface="Times New Roman" panose="02020603050405020304" pitchFamily="18" charset="0"/>
                <a:cs typeface="Times New Roman" panose="02020603050405020304" pitchFamily="18" charset="0"/>
              </a:rPr>
              <a:t>NOS ATOUTS</a:t>
            </a:r>
          </a:p>
        </p:txBody>
      </p:sp>
      <p:sp>
        <p:nvSpPr>
          <p:cNvPr id="20" name="ZoneTexte 19">
            <a:extLst>
              <a:ext uri="{FF2B5EF4-FFF2-40B4-BE49-F238E27FC236}">
                <a16:creationId xmlns:a16="http://schemas.microsoft.com/office/drawing/2014/main" id="{48A280CE-CE12-8DB9-D09D-1A2E5A7ED330}"/>
              </a:ext>
            </a:extLst>
          </p:cNvPr>
          <p:cNvSpPr txBox="1"/>
          <p:nvPr/>
        </p:nvSpPr>
        <p:spPr>
          <a:xfrm>
            <a:off x="2483751" y="1238336"/>
            <a:ext cx="6228642" cy="461665"/>
          </a:xfrm>
          <a:prstGeom prst="rect">
            <a:avLst/>
          </a:prstGeom>
          <a:noFill/>
          <a:ln>
            <a:noFill/>
          </a:ln>
        </p:spPr>
        <p:txBody>
          <a:bodyPr wrap="square">
            <a:spAutoFit/>
          </a:bodyPr>
          <a:lstStyle/>
          <a:p>
            <a:pPr marL="171450" indent="-171450" algn="just">
              <a:buFont typeface="Wingdings" panose="05000000000000000000" pitchFamily="2" charset="2"/>
              <a:buChar char="v"/>
            </a:pPr>
            <a:r>
              <a:rPr lang="fr-FR" sz="1200" i="0" u="none" strike="noStrike" baseline="0" dirty="0">
                <a:solidFill>
                  <a:srgbClr val="000000"/>
                </a:solidFill>
                <a:latin typeface="Times New Roman" panose="02020603050405020304" pitchFamily="18" charset="0"/>
                <a:cs typeface="Times New Roman" panose="02020603050405020304" pitchFamily="18" charset="0"/>
              </a:rPr>
              <a:t>Nous agissons rapidement sur vos contrats et devis pour garantir une expérience client optimale.</a:t>
            </a:r>
            <a:endParaRPr lang="fr-FR" sz="1800" i="0" u="none" strike="noStrike" baseline="0" dirty="0">
              <a:solidFill>
                <a:srgbClr val="000000"/>
              </a:solidFill>
              <a:latin typeface="Times New Roman" panose="02020603050405020304" pitchFamily="18" charset="0"/>
              <a:cs typeface="Times New Roman" panose="02020603050405020304" pitchFamily="18" charset="0"/>
            </a:endParaRPr>
          </a:p>
        </p:txBody>
      </p:sp>
      <p:pic>
        <p:nvPicPr>
          <p:cNvPr id="1028" name="Picture 4">
            <a:extLst>
              <a:ext uri="{FF2B5EF4-FFF2-40B4-BE49-F238E27FC236}">
                <a16:creationId xmlns:a16="http://schemas.microsoft.com/office/drawing/2014/main" id="{917C00FB-66E5-6673-1A72-91FF97CAFC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8928" y="1099177"/>
            <a:ext cx="867197" cy="739984"/>
          </a:xfrm>
          <a:prstGeom prst="rect">
            <a:avLst/>
          </a:prstGeom>
          <a:noFill/>
          <a:extLst>
            <a:ext uri="{909E8E84-426E-40DD-AFC4-6F175D3DCCD1}">
              <a14:hiddenFill xmlns:a14="http://schemas.microsoft.com/office/drawing/2010/main">
                <a:solidFill>
                  <a:srgbClr val="FFFFFF"/>
                </a:solidFill>
              </a14:hiddenFill>
            </a:ext>
          </a:extLst>
        </p:spPr>
      </p:pic>
      <p:sp>
        <p:nvSpPr>
          <p:cNvPr id="26" name="ZoneTexte 25">
            <a:extLst>
              <a:ext uri="{FF2B5EF4-FFF2-40B4-BE49-F238E27FC236}">
                <a16:creationId xmlns:a16="http://schemas.microsoft.com/office/drawing/2014/main" id="{202360F4-7D64-FBE0-F7EA-195F6445AD7D}"/>
              </a:ext>
            </a:extLst>
          </p:cNvPr>
          <p:cNvSpPr txBox="1"/>
          <p:nvPr/>
        </p:nvSpPr>
        <p:spPr>
          <a:xfrm>
            <a:off x="2064904" y="1918941"/>
            <a:ext cx="6781578" cy="646331"/>
          </a:xfrm>
          <a:prstGeom prst="rect">
            <a:avLst/>
          </a:prstGeom>
          <a:noFill/>
        </p:spPr>
        <p:txBody>
          <a:bodyPr wrap="square">
            <a:spAutoFit/>
          </a:bodyPr>
          <a:lstStyle/>
          <a:p>
            <a:pPr marL="171450" indent="-171450" algn="just">
              <a:buFont typeface="Wingdings" panose="05000000000000000000" pitchFamily="2" charset="2"/>
              <a:buChar char="v"/>
            </a:pPr>
            <a:r>
              <a:rPr lang="fr-FR" sz="1200" dirty="0">
                <a:latin typeface="Times New Roman" panose="02020603050405020304" pitchFamily="18" charset="0"/>
                <a:cs typeface="Times New Roman" panose="02020603050405020304" pitchFamily="18" charset="0"/>
              </a:rPr>
              <a:t>Compréhension approfondie des structures et processus des grandes sociétés (Renault, Air Liquide, SAFRAN, SUEZ, </a:t>
            </a:r>
            <a:r>
              <a:rPr lang="fr-FR" sz="1200" dirty="0" err="1">
                <a:latin typeface="Times New Roman" panose="02020603050405020304" pitchFamily="18" charset="0"/>
                <a:cs typeface="Times New Roman" panose="02020603050405020304" pitchFamily="18" charset="0"/>
              </a:rPr>
              <a:t>Stellantis</a:t>
            </a:r>
            <a:r>
              <a:rPr lang="fr-FR" sz="1200" dirty="0">
                <a:latin typeface="Times New Roman" panose="02020603050405020304" pitchFamily="18" charset="0"/>
                <a:cs typeface="Times New Roman" panose="02020603050405020304" pitchFamily="18" charset="0"/>
              </a:rPr>
              <a:t>), garantissant une approche efficace des installations techniques et opérations industrielles.</a:t>
            </a:r>
          </a:p>
        </p:txBody>
      </p:sp>
      <p:grpSp>
        <p:nvGrpSpPr>
          <p:cNvPr id="53" name="Groupe 52">
            <a:extLst>
              <a:ext uri="{FF2B5EF4-FFF2-40B4-BE49-F238E27FC236}">
                <a16:creationId xmlns:a16="http://schemas.microsoft.com/office/drawing/2014/main" id="{57EAD78D-B20A-3534-377F-AEAE4C8411A7}"/>
              </a:ext>
            </a:extLst>
          </p:cNvPr>
          <p:cNvGrpSpPr/>
          <p:nvPr/>
        </p:nvGrpSpPr>
        <p:grpSpPr>
          <a:xfrm>
            <a:off x="430889" y="1944704"/>
            <a:ext cx="1336684" cy="780568"/>
            <a:chOff x="401767" y="3197644"/>
            <a:chExt cx="2950707" cy="1553349"/>
          </a:xfrm>
          <a:solidFill>
            <a:schemeClr val="bg1">
              <a:lumMod val="10000"/>
            </a:schemeClr>
          </a:solidFill>
        </p:grpSpPr>
        <p:grpSp>
          <p:nvGrpSpPr>
            <p:cNvPr id="27" name="Google Shape;9101;p60">
              <a:extLst>
                <a:ext uri="{FF2B5EF4-FFF2-40B4-BE49-F238E27FC236}">
                  <a16:creationId xmlns:a16="http://schemas.microsoft.com/office/drawing/2014/main" id="{C877ECA8-2C59-504E-54A2-C799053AA39D}"/>
                </a:ext>
              </a:extLst>
            </p:cNvPr>
            <p:cNvGrpSpPr/>
            <p:nvPr/>
          </p:nvGrpSpPr>
          <p:grpSpPr>
            <a:xfrm>
              <a:off x="401767" y="4133381"/>
              <a:ext cx="1010738" cy="617612"/>
              <a:chOff x="6671087" y="2009304"/>
              <a:chExt cx="332757" cy="281833"/>
            </a:xfrm>
            <a:grpFill/>
          </p:grpSpPr>
          <p:sp>
            <p:nvSpPr>
              <p:cNvPr id="28" name="Google Shape;9102;p60">
                <a:extLst>
                  <a:ext uri="{FF2B5EF4-FFF2-40B4-BE49-F238E27FC236}">
                    <a16:creationId xmlns:a16="http://schemas.microsoft.com/office/drawing/2014/main" id="{9575B872-7BB7-6F05-2A60-68019A2096A1}"/>
                  </a:ext>
                </a:extLst>
              </p:cNvPr>
              <p:cNvSpPr/>
              <p:nvPr/>
            </p:nvSpPr>
            <p:spPr>
              <a:xfrm>
                <a:off x="6671087" y="2023658"/>
                <a:ext cx="331993" cy="267478"/>
              </a:xfrm>
              <a:custGeom>
                <a:avLst/>
                <a:gdLst/>
                <a:ahLst/>
                <a:cxnLst/>
                <a:rect l="l" t="t" r="r" b="b"/>
                <a:pathLst>
                  <a:path w="10431" h="8404" extrusionOk="0">
                    <a:moveTo>
                      <a:pt x="6359" y="2272"/>
                    </a:moveTo>
                    <a:lnTo>
                      <a:pt x="7192" y="2546"/>
                    </a:lnTo>
                    <a:cubicBezTo>
                      <a:pt x="7203" y="2553"/>
                      <a:pt x="7215" y="2556"/>
                      <a:pt x="7228" y="2556"/>
                    </a:cubicBezTo>
                    <a:cubicBezTo>
                      <a:pt x="7261" y="2556"/>
                      <a:pt x="7298" y="2539"/>
                      <a:pt x="7323" y="2522"/>
                    </a:cubicBezTo>
                    <a:lnTo>
                      <a:pt x="7585" y="2332"/>
                    </a:lnTo>
                    <a:lnTo>
                      <a:pt x="9419" y="4725"/>
                    </a:lnTo>
                    <a:lnTo>
                      <a:pt x="9109" y="4951"/>
                    </a:lnTo>
                    <a:cubicBezTo>
                      <a:pt x="9097" y="4927"/>
                      <a:pt x="9061" y="4915"/>
                      <a:pt x="9050" y="4903"/>
                    </a:cubicBezTo>
                    <a:lnTo>
                      <a:pt x="5882" y="3177"/>
                    </a:lnTo>
                    <a:lnTo>
                      <a:pt x="6002" y="2987"/>
                    </a:lnTo>
                    <a:cubicBezTo>
                      <a:pt x="6049" y="2903"/>
                      <a:pt x="6025" y="2820"/>
                      <a:pt x="5954" y="2772"/>
                    </a:cubicBezTo>
                    <a:cubicBezTo>
                      <a:pt x="5929" y="2755"/>
                      <a:pt x="5900" y="2747"/>
                      <a:pt x="5873" y="2747"/>
                    </a:cubicBezTo>
                    <a:cubicBezTo>
                      <a:pt x="5822" y="2747"/>
                      <a:pt x="5775" y="2774"/>
                      <a:pt x="5752" y="2820"/>
                    </a:cubicBezTo>
                    <a:lnTo>
                      <a:pt x="5418" y="3356"/>
                    </a:lnTo>
                    <a:cubicBezTo>
                      <a:pt x="5406" y="3379"/>
                      <a:pt x="5382" y="3415"/>
                      <a:pt x="5382" y="3427"/>
                    </a:cubicBezTo>
                    <a:lnTo>
                      <a:pt x="5382" y="4725"/>
                    </a:lnTo>
                    <a:cubicBezTo>
                      <a:pt x="5382" y="4987"/>
                      <a:pt x="5168" y="5213"/>
                      <a:pt x="4894" y="5213"/>
                    </a:cubicBezTo>
                    <a:cubicBezTo>
                      <a:pt x="4632" y="5213"/>
                      <a:pt x="4406" y="4987"/>
                      <a:pt x="4406" y="4725"/>
                    </a:cubicBezTo>
                    <a:lnTo>
                      <a:pt x="4406" y="3439"/>
                    </a:lnTo>
                    <a:lnTo>
                      <a:pt x="4704" y="2272"/>
                    </a:lnTo>
                    <a:close/>
                    <a:moveTo>
                      <a:pt x="2692" y="1796"/>
                    </a:moveTo>
                    <a:lnTo>
                      <a:pt x="2930" y="1927"/>
                    </a:lnTo>
                    <a:lnTo>
                      <a:pt x="929" y="5392"/>
                    </a:lnTo>
                    <a:lnTo>
                      <a:pt x="691" y="5261"/>
                    </a:lnTo>
                    <a:lnTo>
                      <a:pt x="2692" y="1796"/>
                    </a:lnTo>
                    <a:close/>
                    <a:moveTo>
                      <a:pt x="3215" y="4844"/>
                    </a:moveTo>
                    <a:cubicBezTo>
                      <a:pt x="3323" y="4844"/>
                      <a:pt x="3406" y="4892"/>
                      <a:pt x="3489" y="4975"/>
                    </a:cubicBezTo>
                    <a:cubicBezTo>
                      <a:pt x="3608" y="5130"/>
                      <a:pt x="3561" y="5344"/>
                      <a:pt x="3406" y="5451"/>
                    </a:cubicBezTo>
                    <a:lnTo>
                      <a:pt x="2323" y="6213"/>
                    </a:lnTo>
                    <a:cubicBezTo>
                      <a:pt x="2266" y="6255"/>
                      <a:pt x="2199" y="6275"/>
                      <a:pt x="2131" y="6275"/>
                    </a:cubicBezTo>
                    <a:cubicBezTo>
                      <a:pt x="2027" y="6275"/>
                      <a:pt x="1923" y="6228"/>
                      <a:pt x="1858" y="6142"/>
                    </a:cubicBezTo>
                    <a:cubicBezTo>
                      <a:pt x="1763" y="5987"/>
                      <a:pt x="1787" y="5785"/>
                      <a:pt x="1942" y="5677"/>
                    </a:cubicBezTo>
                    <a:lnTo>
                      <a:pt x="3025" y="4903"/>
                    </a:lnTo>
                    <a:cubicBezTo>
                      <a:pt x="3085" y="4856"/>
                      <a:pt x="3156" y="4844"/>
                      <a:pt x="3215" y="4844"/>
                    </a:cubicBezTo>
                    <a:close/>
                    <a:moveTo>
                      <a:pt x="3811" y="5606"/>
                    </a:moveTo>
                    <a:cubicBezTo>
                      <a:pt x="3918" y="5606"/>
                      <a:pt x="4001" y="5665"/>
                      <a:pt x="4061" y="5737"/>
                    </a:cubicBezTo>
                    <a:cubicBezTo>
                      <a:pt x="4180" y="5880"/>
                      <a:pt x="4144" y="6106"/>
                      <a:pt x="3989" y="6213"/>
                    </a:cubicBezTo>
                    <a:lnTo>
                      <a:pt x="3156" y="6820"/>
                    </a:lnTo>
                    <a:cubicBezTo>
                      <a:pt x="3100" y="6863"/>
                      <a:pt x="3032" y="6883"/>
                      <a:pt x="2964" y="6883"/>
                    </a:cubicBezTo>
                    <a:cubicBezTo>
                      <a:pt x="2861" y="6883"/>
                      <a:pt x="2756" y="6835"/>
                      <a:pt x="2692" y="6749"/>
                    </a:cubicBezTo>
                    <a:cubicBezTo>
                      <a:pt x="2573" y="6594"/>
                      <a:pt x="2620" y="6380"/>
                      <a:pt x="2775" y="6273"/>
                    </a:cubicBezTo>
                    <a:lnTo>
                      <a:pt x="3573" y="5689"/>
                    </a:lnTo>
                    <a:cubicBezTo>
                      <a:pt x="3608" y="5677"/>
                      <a:pt x="3632" y="5642"/>
                      <a:pt x="3668" y="5630"/>
                    </a:cubicBezTo>
                    <a:cubicBezTo>
                      <a:pt x="3704" y="5618"/>
                      <a:pt x="3763" y="5606"/>
                      <a:pt x="3811" y="5606"/>
                    </a:cubicBezTo>
                    <a:close/>
                    <a:moveTo>
                      <a:pt x="4415" y="6386"/>
                    </a:moveTo>
                    <a:cubicBezTo>
                      <a:pt x="4516" y="6386"/>
                      <a:pt x="4617" y="6431"/>
                      <a:pt x="4680" y="6523"/>
                    </a:cubicBezTo>
                    <a:cubicBezTo>
                      <a:pt x="4799" y="6666"/>
                      <a:pt x="4751" y="6892"/>
                      <a:pt x="4597" y="6999"/>
                    </a:cubicBezTo>
                    <a:lnTo>
                      <a:pt x="4001" y="7416"/>
                    </a:lnTo>
                    <a:cubicBezTo>
                      <a:pt x="3946" y="7462"/>
                      <a:pt x="3883" y="7479"/>
                      <a:pt x="3814" y="7479"/>
                    </a:cubicBezTo>
                    <a:cubicBezTo>
                      <a:pt x="3793" y="7479"/>
                      <a:pt x="3773" y="7478"/>
                      <a:pt x="3751" y="7475"/>
                    </a:cubicBezTo>
                    <a:cubicBezTo>
                      <a:pt x="3668" y="7463"/>
                      <a:pt x="3585" y="7416"/>
                      <a:pt x="3525" y="7344"/>
                    </a:cubicBezTo>
                    <a:cubicBezTo>
                      <a:pt x="3430" y="7189"/>
                      <a:pt x="3454" y="6987"/>
                      <a:pt x="3608" y="6880"/>
                    </a:cubicBezTo>
                    <a:lnTo>
                      <a:pt x="4180" y="6463"/>
                    </a:lnTo>
                    <a:lnTo>
                      <a:pt x="4216" y="6451"/>
                    </a:lnTo>
                    <a:cubicBezTo>
                      <a:pt x="4274" y="6407"/>
                      <a:pt x="4344" y="6386"/>
                      <a:pt x="4415" y="6386"/>
                    </a:cubicBezTo>
                    <a:close/>
                    <a:moveTo>
                      <a:pt x="2894" y="2594"/>
                    </a:moveTo>
                    <a:lnTo>
                      <a:pt x="3168" y="2760"/>
                    </a:lnTo>
                    <a:cubicBezTo>
                      <a:pt x="3193" y="2769"/>
                      <a:pt x="3212" y="2777"/>
                      <a:pt x="3234" y="2777"/>
                    </a:cubicBezTo>
                    <a:cubicBezTo>
                      <a:pt x="3243" y="2777"/>
                      <a:pt x="3253" y="2776"/>
                      <a:pt x="3263" y="2772"/>
                    </a:cubicBezTo>
                    <a:lnTo>
                      <a:pt x="3977" y="2677"/>
                    </a:lnTo>
                    <a:lnTo>
                      <a:pt x="4239" y="2784"/>
                    </a:lnTo>
                    <a:lnTo>
                      <a:pt x="4097" y="3379"/>
                    </a:lnTo>
                    <a:lnTo>
                      <a:pt x="4097" y="3415"/>
                    </a:lnTo>
                    <a:lnTo>
                      <a:pt x="4097" y="4701"/>
                    </a:lnTo>
                    <a:cubicBezTo>
                      <a:pt x="4097" y="5154"/>
                      <a:pt x="4454" y="5511"/>
                      <a:pt x="4894" y="5511"/>
                    </a:cubicBezTo>
                    <a:cubicBezTo>
                      <a:pt x="5347" y="5511"/>
                      <a:pt x="5704" y="5154"/>
                      <a:pt x="5704" y="4701"/>
                    </a:cubicBezTo>
                    <a:lnTo>
                      <a:pt x="5704" y="3439"/>
                    </a:lnTo>
                    <a:lnTo>
                      <a:pt x="5728" y="3391"/>
                    </a:lnTo>
                    <a:lnTo>
                      <a:pt x="8919" y="5118"/>
                    </a:lnTo>
                    <a:cubicBezTo>
                      <a:pt x="9061" y="5261"/>
                      <a:pt x="9121" y="5463"/>
                      <a:pt x="9038" y="5630"/>
                    </a:cubicBezTo>
                    <a:cubicBezTo>
                      <a:pt x="8973" y="5742"/>
                      <a:pt x="8860" y="5806"/>
                      <a:pt x="8742" y="5806"/>
                    </a:cubicBezTo>
                    <a:cubicBezTo>
                      <a:pt x="8685" y="5806"/>
                      <a:pt x="8627" y="5792"/>
                      <a:pt x="8573" y="5761"/>
                    </a:cubicBezTo>
                    <a:lnTo>
                      <a:pt x="6799" y="4796"/>
                    </a:lnTo>
                    <a:cubicBezTo>
                      <a:pt x="6777" y="4781"/>
                      <a:pt x="6753" y="4775"/>
                      <a:pt x="6730" y="4775"/>
                    </a:cubicBezTo>
                    <a:cubicBezTo>
                      <a:pt x="6679" y="4775"/>
                      <a:pt x="6630" y="4807"/>
                      <a:pt x="6597" y="4856"/>
                    </a:cubicBezTo>
                    <a:cubicBezTo>
                      <a:pt x="6549" y="4927"/>
                      <a:pt x="6585" y="5023"/>
                      <a:pt x="6656" y="5058"/>
                    </a:cubicBezTo>
                    <a:lnTo>
                      <a:pt x="8133" y="5868"/>
                    </a:lnTo>
                    <a:cubicBezTo>
                      <a:pt x="8288" y="5951"/>
                      <a:pt x="8347" y="6166"/>
                      <a:pt x="8264" y="6332"/>
                    </a:cubicBezTo>
                    <a:cubicBezTo>
                      <a:pt x="8198" y="6439"/>
                      <a:pt x="8080" y="6501"/>
                      <a:pt x="7959" y="6501"/>
                    </a:cubicBezTo>
                    <a:cubicBezTo>
                      <a:pt x="7905" y="6501"/>
                      <a:pt x="7851" y="6489"/>
                      <a:pt x="7799" y="6463"/>
                    </a:cubicBezTo>
                    <a:lnTo>
                      <a:pt x="6299" y="5642"/>
                    </a:lnTo>
                    <a:cubicBezTo>
                      <a:pt x="6277" y="5627"/>
                      <a:pt x="6252" y="5620"/>
                      <a:pt x="6227" y="5620"/>
                    </a:cubicBezTo>
                    <a:cubicBezTo>
                      <a:pt x="6173" y="5620"/>
                      <a:pt x="6118" y="5652"/>
                      <a:pt x="6085" y="5701"/>
                    </a:cubicBezTo>
                    <a:cubicBezTo>
                      <a:pt x="6049" y="5773"/>
                      <a:pt x="6073" y="5868"/>
                      <a:pt x="6144" y="5916"/>
                    </a:cubicBezTo>
                    <a:lnTo>
                      <a:pt x="7371" y="6570"/>
                    </a:lnTo>
                    <a:cubicBezTo>
                      <a:pt x="7537" y="6654"/>
                      <a:pt x="7597" y="6868"/>
                      <a:pt x="7502" y="7023"/>
                    </a:cubicBezTo>
                    <a:cubicBezTo>
                      <a:pt x="7444" y="7139"/>
                      <a:pt x="7322" y="7203"/>
                      <a:pt x="7197" y="7203"/>
                    </a:cubicBezTo>
                    <a:cubicBezTo>
                      <a:pt x="7143" y="7203"/>
                      <a:pt x="7088" y="7191"/>
                      <a:pt x="7037" y="7166"/>
                    </a:cubicBezTo>
                    <a:lnTo>
                      <a:pt x="5775" y="6463"/>
                    </a:lnTo>
                    <a:cubicBezTo>
                      <a:pt x="5753" y="6448"/>
                      <a:pt x="5728" y="6442"/>
                      <a:pt x="5704" y="6442"/>
                    </a:cubicBezTo>
                    <a:cubicBezTo>
                      <a:pt x="5650" y="6442"/>
                      <a:pt x="5597" y="6474"/>
                      <a:pt x="5573" y="6523"/>
                    </a:cubicBezTo>
                    <a:cubicBezTo>
                      <a:pt x="5525" y="6594"/>
                      <a:pt x="5549" y="6689"/>
                      <a:pt x="5632" y="6725"/>
                    </a:cubicBezTo>
                    <a:lnTo>
                      <a:pt x="6609" y="7261"/>
                    </a:lnTo>
                    <a:cubicBezTo>
                      <a:pt x="6775" y="7356"/>
                      <a:pt x="6835" y="7559"/>
                      <a:pt x="6740" y="7725"/>
                    </a:cubicBezTo>
                    <a:cubicBezTo>
                      <a:pt x="6683" y="7838"/>
                      <a:pt x="6567" y="7902"/>
                      <a:pt x="6450" y="7902"/>
                    </a:cubicBezTo>
                    <a:cubicBezTo>
                      <a:pt x="6394" y="7902"/>
                      <a:pt x="6337" y="7887"/>
                      <a:pt x="6287" y="7856"/>
                    </a:cubicBezTo>
                    <a:lnTo>
                      <a:pt x="5597" y="7487"/>
                    </a:lnTo>
                    <a:cubicBezTo>
                      <a:pt x="5597" y="7344"/>
                      <a:pt x="5549" y="7201"/>
                      <a:pt x="5466" y="7082"/>
                    </a:cubicBezTo>
                    <a:cubicBezTo>
                      <a:pt x="5347" y="6939"/>
                      <a:pt x="5168" y="6844"/>
                      <a:pt x="4990" y="6832"/>
                    </a:cubicBezTo>
                    <a:cubicBezTo>
                      <a:pt x="4990" y="6820"/>
                      <a:pt x="4990" y="6808"/>
                      <a:pt x="5001" y="6785"/>
                    </a:cubicBezTo>
                    <a:cubicBezTo>
                      <a:pt x="5037" y="6606"/>
                      <a:pt x="4990" y="6451"/>
                      <a:pt x="4882" y="6308"/>
                    </a:cubicBezTo>
                    <a:cubicBezTo>
                      <a:pt x="4763" y="6166"/>
                      <a:pt x="4585" y="6070"/>
                      <a:pt x="4406" y="6058"/>
                    </a:cubicBezTo>
                    <a:cubicBezTo>
                      <a:pt x="4406" y="6046"/>
                      <a:pt x="4406" y="6035"/>
                      <a:pt x="4418" y="6011"/>
                    </a:cubicBezTo>
                    <a:cubicBezTo>
                      <a:pt x="4454" y="5832"/>
                      <a:pt x="4406" y="5677"/>
                      <a:pt x="4299" y="5535"/>
                    </a:cubicBezTo>
                    <a:cubicBezTo>
                      <a:pt x="4180" y="5392"/>
                      <a:pt x="4001" y="5296"/>
                      <a:pt x="3823" y="5284"/>
                    </a:cubicBezTo>
                    <a:cubicBezTo>
                      <a:pt x="3823" y="5273"/>
                      <a:pt x="3823" y="5261"/>
                      <a:pt x="3847" y="5237"/>
                    </a:cubicBezTo>
                    <a:cubicBezTo>
                      <a:pt x="3870" y="5058"/>
                      <a:pt x="3823" y="4903"/>
                      <a:pt x="3727" y="4761"/>
                    </a:cubicBezTo>
                    <a:cubicBezTo>
                      <a:pt x="3600" y="4597"/>
                      <a:pt x="3413" y="4515"/>
                      <a:pt x="3222" y="4515"/>
                    </a:cubicBezTo>
                    <a:cubicBezTo>
                      <a:pt x="3093" y="4515"/>
                      <a:pt x="2962" y="4553"/>
                      <a:pt x="2846" y="4630"/>
                    </a:cubicBezTo>
                    <a:lnTo>
                      <a:pt x="1775" y="5404"/>
                    </a:lnTo>
                    <a:lnTo>
                      <a:pt x="1382" y="5201"/>
                    </a:lnTo>
                    <a:lnTo>
                      <a:pt x="2894" y="2594"/>
                    </a:lnTo>
                    <a:close/>
                    <a:moveTo>
                      <a:pt x="5009" y="7159"/>
                    </a:moveTo>
                    <a:cubicBezTo>
                      <a:pt x="5109" y="7159"/>
                      <a:pt x="5207" y="7205"/>
                      <a:pt x="5263" y="7297"/>
                    </a:cubicBezTo>
                    <a:cubicBezTo>
                      <a:pt x="5311" y="7356"/>
                      <a:pt x="5347" y="7451"/>
                      <a:pt x="5335" y="7535"/>
                    </a:cubicBezTo>
                    <a:cubicBezTo>
                      <a:pt x="5311" y="7630"/>
                      <a:pt x="5263" y="7701"/>
                      <a:pt x="5192" y="7761"/>
                    </a:cubicBezTo>
                    <a:lnTo>
                      <a:pt x="4835" y="8011"/>
                    </a:lnTo>
                    <a:cubicBezTo>
                      <a:pt x="4778" y="8053"/>
                      <a:pt x="4711" y="8073"/>
                      <a:pt x="4643" y="8073"/>
                    </a:cubicBezTo>
                    <a:cubicBezTo>
                      <a:pt x="4539" y="8073"/>
                      <a:pt x="4435" y="8026"/>
                      <a:pt x="4370" y="7940"/>
                    </a:cubicBezTo>
                    <a:cubicBezTo>
                      <a:pt x="4275" y="7785"/>
                      <a:pt x="4299" y="7582"/>
                      <a:pt x="4454" y="7475"/>
                    </a:cubicBezTo>
                    <a:lnTo>
                      <a:pt x="4775" y="7237"/>
                    </a:lnTo>
                    <a:lnTo>
                      <a:pt x="4811" y="7225"/>
                    </a:lnTo>
                    <a:cubicBezTo>
                      <a:pt x="4869" y="7181"/>
                      <a:pt x="4940" y="7159"/>
                      <a:pt x="5009" y="7159"/>
                    </a:cubicBezTo>
                    <a:close/>
                    <a:moveTo>
                      <a:pt x="182" y="0"/>
                    </a:moveTo>
                    <a:cubicBezTo>
                      <a:pt x="131" y="0"/>
                      <a:pt x="81" y="32"/>
                      <a:pt x="48" y="81"/>
                    </a:cubicBezTo>
                    <a:cubicBezTo>
                      <a:pt x="1" y="153"/>
                      <a:pt x="25" y="248"/>
                      <a:pt x="108" y="284"/>
                    </a:cubicBezTo>
                    <a:lnTo>
                      <a:pt x="2430" y="1629"/>
                    </a:lnTo>
                    <a:lnTo>
                      <a:pt x="418" y="5094"/>
                    </a:lnTo>
                    <a:lnTo>
                      <a:pt x="251" y="5011"/>
                    </a:lnTo>
                    <a:cubicBezTo>
                      <a:pt x="226" y="4994"/>
                      <a:pt x="200" y="4986"/>
                      <a:pt x="175" y="4986"/>
                    </a:cubicBezTo>
                    <a:cubicBezTo>
                      <a:pt x="126" y="4986"/>
                      <a:pt x="80" y="5015"/>
                      <a:pt x="48" y="5070"/>
                    </a:cubicBezTo>
                    <a:cubicBezTo>
                      <a:pt x="1" y="5142"/>
                      <a:pt x="25" y="5225"/>
                      <a:pt x="108" y="5273"/>
                    </a:cubicBezTo>
                    <a:lnTo>
                      <a:pt x="906" y="5737"/>
                    </a:lnTo>
                    <a:cubicBezTo>
                      <a:pt x="932" y="5752"/>
                      <a:pt x="958" y="5759"/>
                      <a:pt x="983" y="5759"/>
                    </a:cubicBezTo>
                    <a:cubicBezTo>
                      <a:pt x="1038" y="5759"/>
                      <a:pt x="1087" y="5726"/>
                      <a:pt x="1120" y="5677"/>
                    </a:cubicBezTo>
                    <a:lnTo>
                      <a:pt x="1239" y="5463"/>
                    </a:lnTo>
                    <a:lnTo>
                      <a:pt x="1561" y="5642"/>
                    </a:lnTo>
                    <a:cubicBezTo>
                      <a:pt x="1465" y="5856"/>
                      <a:pt x="1465" y="6106"/>
                      <a:pt x="1608" y="6320"/>
                    </a:cubicBezTo>
                    <a:cubicBezTo>
                      <a:pt x="1727" y="6499"/>
                      <a:pt x="1942" y="6582"/>
                      <a:pt x="2132" y="6582"/>
                    </a:cubicBezTo>
                    <a:cubicBezTo>
                      <a:pt x="2192" y="6582"/>
                      <a:pt x="2263" y="6570"/>
                      <a:pt x="2323" y="6558"/>
                    </a:cubicBezTo>
                    <a:cubicBezTo>
                      <a:pt x="2323" y="6689"/>
                      <a:pt x="2370" y="6820"/>
                      <a:pt x="2442" y="6928"/>
                    </a:cubicBezTo>
                    <a:cubicBezTo>
                      <a:pt x="2561" y="7094"/>
                      <a:pt x="2751" y="7178"/>
                      <a:pt x="2965" y="7178"/>
                    </a:cubicBezTo>
                    <a:cubicBezTo>
                      <a:pt x="3025" y="7178"/>
                      <a:pt x="3096" y="7166"/>
                      <a:pt x="3156" y="7154"/>
                    </a:cubicBezTo>
                    <a:cubicBezTo>
                      <a:pt x="3156" y="7285"/>
                      <a:pt x="3204" y="7404"/>
                      <a:pt x="3275" y="7523"/>
                    </a:cubicBezTo>
                    <a:cubicBezTo>
                      <a:pt x="3382" y="7654"/>
                      <a:pt x="3525" y="7749"/>
                      <a:pt x="3692" y="7773"/>
                    </a:cubicBezTo>
                    <a:cubicBezTo>
                      <a:pt x="3716" y="7773"/>
                      <a:pt x="3763" y="7785"/>
                      <a:pt x="3799" y="7785"/>
                    </a:cubicBezTo>
                    <a:cubicBezTo>
                      <a:pt x="3858" y="7785"/>
                      <a:pt x="3930" y="7773"/>
                      <a:pt x="3989" y="7761"/>
                    </a:cubicBezTo>
                    <a:cubicBezTo>
                      <a:pt x="3989" y="7892"/>
                      <a:pt x="4037" y="8011"/>
                      <a:pt x="4108" y="8130"/>
                    </a:cubicBezTo>
                    <a:cubicBezTo>
                      <a:pt x="4216" y="8261"/>
                      <a:pt x="4358" y="8356"/>
                      <a:pt x="4525" y="8380"/>
                    </a:cubicBezTo>
                    <a:cubicBezTo>
                      <a:pt x="4549" y="8380"/>
                      <a:pt x="4597" y="8404"/>
                      <a:pt x="4632" y="8404"/>
                    </a:cubicBezTo>
                    <a:cubicBezTo>
                      <a:pt x="4763" y="8404"/>
                      <a:pt x="4894" y="8356"/>
                      <a:pt x="5001" y="8285"/>
                    </a:cubicBezTo>
                    <a:lnTo>
                      <a:pt x="5359" y="8023"/>
                    </a:lnTo>
                    <a:cubicBezTo>
                      <a:pt x="5430" y="7963"/>
                      <a:pt x="5490" y="7904"/>
                      <a:pt x="5537" y="7820"/>
                    </a:cubicBezTo>
                    <a:lnTo>
                      <a:pt x="6156" y="8166"/>
                    </a:lnTo>
                    <a:cubicBezTo>
                      <a:pt x="6252" y="8201"/>
                      <a:pt x="6359" y="8237"/>
                      <a:pt x="6478" y="8237"/>
                    </a:cubicBezTo>
                    <a:cubicBezTo>
                      <a:pt x="6537" y="8237"/>
                      <a:pt x="6597" y="8225"/>
                      <a:pt x="6656" y="8201"/>
                    </a:cubicBezTo>
                    <a:cubicBezTo>
                      <a:pt x="6811" y="8166"/>
                      <a:pt x="6954" y="8047"/>
                      <a:pt x="7037" y="7892"/>
                    </a:cubicBezTo>
                    <a:cubicBezTo>
                      <a:pt x="7097" y="7773"/>
                      <a:pt x="7133" y="7642"/>
                      <a:pt x="7109" y="7523"/>
                    </a:cubicBezTo>
                    <a:cubicBezTo>
                      <a:pt x="7156" y="7523"/>
                      <a:pt x="7192" y="7535"/>
                      <a:pt x="7228" y="7535"/>
                    </a:cubicBezTo>
                    <a:cubicBezTo>
                      <a:pt x="7454" y="7535"/>
                      <a:pt x="7680" y="7416"/>
                      <a:pt x="7799" y="7213"/>
                    </a:cubicBezTo>
                    <a:cubicBezTo>
                      <a:pt x="7859" y="7094"/>
                      <a:pt x="7883" y="6951"/>
                      <a:pt x="7871" y="6832"/>
                    </a:cubicBezTo>
                    <a:cubicBezTo>
                      <a:pt x="7918" y="6832"/>
                      <a:pt x="7942" y="6856"/>
                      <a:pt x="7990" y="6856"/>
                    </a:cubicBezTo>
                    <a:cubicBezTo>
                      <a:pt x="8216" y="6856"/>
                      <a:pt x="8442" y="6737"/>
                      <a:pt x="8561" y="6523"/>
                    </a:cubicBezTo>
                    <a:cubicBezTo>
                      <a:pt x="8621" y="6404"/>
                      <a:pt x="8645" y="6273"/>
                      <a:pt x="8633" y="6154"/>
                    </a:cubicBezTo>
                    <a:cubicBezTo>
                      <a:pt x="8680" y="6154"/>
                      <a:pt x="8704" y="6166"/>
                      <a:pt x="8752" y="6166"/>
                    </a:cubicBezTo>
                    <a:cubicBezTo>
                      <a:pt x="8811" y="6166"/>
                      <a:pt x="8871" y="6154"/>
                      <a:pt x="8930" y="6142"/>
                    </a:cubicBezTo>
                    <a:cubicBezTo>
                      <a:pt x="9097" y="6094"/>
                      <a:pt x="9228" y="5975"/>
                      <a:pt x="9311" y="5820"/>
                    </a:cubicBezTo>
                    <a:cubicBezTo>
                      <a:pt x="9407" y="5677"/>
                      <a:pt x="9419" y="5499"/>
                      <a:pt x="9359" y="5332"/>
                    </a:cubicBezTo>
                    <a:cubicBezTo>
                      <a:pt x="9347" y="5284"/>
                      <a:pt x="9335" y="5261"/>
                      <a:pt x="9311" y="5213"/>
                    </a:cubicBezTo>
                    <a:lnTo>
                      <a:pt x="9585" y="5023"/>
                    </a:lnTo>
                    <a:lnTo>
                      <a:pt x="9728" y="5201"/>
                    </a:lnTo>
                    <a:cubicBezTo>
                      <a:pt x="9756" y="5236"/>
                      <a:pt x="9804" y="5254"/>
                      <a:pt x="9853" y="5254"/>
                    </a:cubicBezTo>
                    <a:cubicBezTo>
                      <a:pt x="9889" y="5254"/>
                      <a:pt x="9925" y="5245"/>
                      <a:pt x="9954" y="5225"/>
                    </a:cubicBezTo>
                    <a:lnTo>
                      <a:pt x="10371" y="4903"/>
                    </a:lnTo>
                    <a:cubicBezTo>
                      <a:pt x="10431" y="4808"/>
                      <a:pt x="10431" y="4725"/>
                      <a:pt x="10395" y="4653"/>
                    </a:cubicBezTo>
                    <a:cubicBezTo>
                      <a:pt x="10350" y="4616"/>
                      <a:pt x="10300" y="4592"/>
                      <a:pt x="10254" y="4592"/>
                    </a:cubicBezTo>
                    <a:cubicBezTo>
                      <a:pt x="10228" y="4592"/>
                      <a:pt x="10202" y="4600"/>
                      <a:pt x="10181" y="4618"/>
                    </a:cubicBezTo>
                    <a:lnTo>
                      <a:pt x="9883" y="4856"/>
                    </a:lnTo>
                    <a:lnTo>
                      <a:pt x="7454" y="1689"/>
                    </a:lnTo>
                    <a:lnTo>
                      <a:pt x="8835" y="796"/>
                    </a:lnTo>
                    <a:cubicBezTo>
                      <a:pt x="8919" y="748"/>
                      <a:pt x="8930" y="665"/>
                      <a:pt x="8883" y="582"/>
                    </a:cubicBezTo>
                    <a:cubicBezTo>
                      <a:pt x="8854" y="539"/>
                      <a:pt x="8813" y="517"/>
                      <a:pt x="8769" y="517"/>
                    </a:cubicBezTo>
                    <a:cubicBezTo>
                      <a:pt x="8740" y="517"/>
                      <a:pt x="8709" y="527"/>
                      <a:pt x="8680" y="546"/>
                    </a:cubicBezTo>
                    <a:lnTo>
                      <a:pt x="7156" y="1522"/>
                    </a:lnTo>
                    <a:cubicBezTo>
                      <a:pt x="7085" y="1570"/>
                      <a:pt x="7073" y="1677"/>
                      <a:pt x="7109" y="1748"/>
                    </a:cubicBezTo>
                    <a:lnTo>
                      <a:pt x="7395" y="2106"/>
                    </a:lnTo>
                    <a:lnTo>
                      <a:pt x="7204" y="2248"/>
                    </a:lnTo>
                    <a:lnTo>
                      <a:pt x="6418" y="1998"/>
                    </a:lnTo>
                    <a:cubicBezTo>
                      <a:pt x="6406" y="1998"/>
                      <a:pt x="6383" y="1986"/>
                      <a:pt x="6371" y="1986"/>
                    </a:cubicBezTo>
                    <a:lnTo>
                      <a:pt x="4585" y="1986"/>
                    </a:lnTo>
                    <a:cubicBezTo>
                      <a:pt x="4513" y="1986"/>
                      <a:pt x="4454" y="2034"/>
                      <a:pt x="4442" y="2106"/>
                    </a:cubicBezTo>
                    <a:lnTo>
                      <a:pt x="4335" y="2510"/>
                    </a:lnTo>
                    <a:lnTo>
                      <a:pt x="4073" y="2403"/>
                    </a:lnTo>
                    <a:cubicBezTo>
                      <a:pt x="4049" y="2391"/>
                      <a:pt x="4037" y="2391"/>
                      <a:pt x="4001" y="2391"/>
                    </a:cubicBezTo>
                    <a:lnTo>
                      <a:pt x="3287" y="2475"/>
                    </a:lnTo>
                    <a:lnTo>
                      <a:pt x="3049" y="2344"/>
                    </a:lnTo>
                    <a:lnTo>
                      <a:pt x="3275" y="1939"/>
                    </a:lnTo>
                    <a:cubicBezTo>
                      <a:pt x="3323" y="1867"/>
                      <a:pt x="3287" y="1772"/>
                      <a:pt x="3215" y="1736"/>
                    </a:cubicBezTo>
                    <a:lnTo>
                      <a:pt x="251" y="22"/>
                    </a:lnTo>
                    <a:cubicBezTo>
                      <a:pt x="228" y="7"/>
                      <a:pt x="205" y="0"/>
                      <a:pt x="18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 name="Google Shape;9103;p60">
                <a:extLst>
                  <a:ext uri="{FF2B5EF4-FFF2-40B4-BE49-F238E27FC236}">
                    <a16:creationId xmlns:a16="http://schemas.microsoft.com/office/drawing/2014/main" id="{C088730E-F949-E61B-7C06-DF4C361EB953}"/>
                  </a:ext>
                </a:extLst>
              </p:cNvPr>
              <p:cNvSpPr/>
              <p:nvPr/>
            </p:nvSpPr>
            <p:spPr>
              <a:xfrm>
                <a:off x="6965173" y="2009304"/>
                <a:ext cx="38670" cy="27181"/>
              </a:xfrm>
              <a:custGeom>
                <a:avLst/>
                <a:gdLst/>
                <a:ahLst/>
                <a:cxnLst/>
                <a:rect l="l" t="t" r="r" b="b"/>
                <a:pathLst>
                  <a:path w="1215" h="854" extrusionOk="0">
                    <a:moveTo>
                      <a:pt x="1023" y="1"/>
                    </a:moveTo>
                    <a:cubicBezTo>
                      <a:pt x="995" y="1"/>
                      <a:pt x="966" y="8"/>
                      <a:pt x="941" y="20"/>
                    </a:cubicBezTo>
                    <a:lnTo>
                      <a:pt x="95" y="580"/>
                    </a:lnTo>
                    <a:cubicBezTo>
                      <a:pt x="12" y="616"/>
                      <a:pt x="0" y="711"/>
                      <a:pt x="48" y="782"/>
                    </a:cubicBezTo>
                    <a:cubicBezTo>
                      <a:pt x="83" y="830"/>
                      <a:pt x="119" y="854"/>
                      <a:pt x="179" y="854"/>
                    </a:cubicBezTo>
                    <a:cubicBezTo>
                      <a:pt x="214" y="854"/>
                      <a:pt x="238" y="842"/>
                      <a:pt x="274" y="830"/>
                    </a:cubicBezTo>
                    <a:lnTo>
                      <a:pt x="1119" y="282"/>
                    </a:lnTo>
                    <a:cubicBezTo>
                      <a:pt x="1179" y="235"/>
                      <a:pt x="1214" y="140"/>
                      <a:pt x="1155" y="68"/>
                    </a:cubicBezTo>
                    <a:cubicBezTo>
                      <a:pt x="1124" y="22"/>
                      <a:pt x="1074" y="1"/>
                      <a:pt x="102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9199;p60">
              <a:extLst>
                <a:ext uri="{FF2B5EF4-FFF2-40B4-BE49-F238E27FC236}">
                  <a16:creationId xmlns:a16="http://schemas.microsoft.com/office/drawing/2014/main" id="{DFFEBDE2-F19E-09D8-8F11-1E459A1DF7A5}"/>
                </a:ext>
              </a:extLst>
            </p:cNvPr>
            <p:cNvGrpSpPr/>
            <p:nvPr/>
          </p:nvGrpSpPr>
          <p:grpSpPr>
            <a:xfrm>
              <a:off x="2260047" y="3856196"/>
              <a:ext cx="1092427" cy="792327"/>
              <a:chOff x="7098912" y="1969392"/>
              <a:chExt cx="359651" cy="361560"/>
            </a:xfrm>
            <a:grpFill/>
          </p:grpSpPr>
          <p:sp>
            <p:nvSpPr>
              <p:cNvPr id="31" name="Google Shape;9200;p60">
                <a:extLst>
                  <a:ext uri="{FF2B5EF4-FFF2-40B4-BE49-F238E27FC236}">
                    <a16:creationId xmlns:a16="http://schemas.microsoft.com/office/drawing/2014/main" id="{34F5C4B4-5421-074E-BDED-8E443362AF07}"/>
                  </a:ext>
                </a:extLst>
              </p:cNvPr>
              <p:cNvSpPr/>
              <p:nvPr/>
            </p:nvSpPr>
            <p:spPr>
              <a:xfrm>
                <a:off x="7098912" y="2127607"/>
                <a:ext cx="134567" cy="202582"/>
              </a:xfrm>
              <a:custGeom>
                <a:avLst/>
                <a:gdLst/>
                <a:ahLst/>
                <a:cxnLst/>
                <a:rect l="l" t="t" r="r" b="b"/>
                <a:pathLst>
                  <a:path w="4228" h="6365" extrusionOk="0">
                    <a:moveTo>
                      <a:pt x="2108" y="331"/>
                    </a:moveTo>
                    <a:cubicBezTo>
                      <a:pt x="2153" y="331"/>
                      <a:pt x="2198" y="334"/>
                      <a:pt x="2239" y="340"/>
                    </a:cubicBezTo>
                    <a:cubicBezTo>
                      <a:pt x="2978" y="399"/>
                      <a:pt x="3537" y="1042"/>
                      <a:pt x="3537" y="1780"/>
                    </a:cubicBezTo>
                    <a:cubicBezTo>
                      <a:pt x="3537" y="2483"/>
                      <a:pt x="3704" y="3138"/>
                      <a:pt x="3847" y="3483"/>
                    </a:cubicBezTo>
                    <a:lnTo>
                      <a:pt x="3847" y="3495"/>
                    </a:lnTo>
                    <a:cubicBezTo>
                      <a:pt x="3656" y="3602"/>
                      <a:pt x="3335" y="3793"/>
                      <a:pt x="2787" y="3912"/>
                    </a:cubicBezTo>
                    <a:lnTo>
                      <a:pt x="2787" y="3864"/>
                    </a:lnTo>
                    <a:lnTo>
                      <a:pt x="2787" y="3531"/>
                    </a:lnTo>
                    <a:cubicBezTo>
                      <a:pt x="3001" y="3412"/>
                      <a:pt x="3180" y="3233"/>
                      <a:pt x="3299" y="3007"/>
                    </a:cubicBezTo>
                    <a:cubicBezTo>
                      <a:pt x="3537" y="2590"/>
                      <a:pt x="3454" y="2066"/>
                      <a:pt x="3108" y="1745"/>
                    </a:cubicBezTo>
                    <a:cubicBezTo>
                      <a:pt x="2870" y="1518"/>
                      <a:pt x="2430" y="1245"/>
                      <a:pt x="1727" y="1245"/>
                    </a:cubicBezTo>
                    <a:cubicBezTo>
                      <a:pt x="1680" y="1245"/>
                      <a:pt x="1632" y="1268"/>
                      <a:pt x="1608" y="1292"/>
                    </a:cubicBezTo>
                    <a:lnTo>
                      <a:pt x="1251" y="1649"/>
                    </a:lnTo>
                    <a:cubicBezTo>
                      <a:pt x="1192" y="1709"/>
                      <a:pt x="1192" y="1816"/>
                      <a:pt x="1251" y="1888"/>
                    </a:cubicBezTo>
                    <a:cubicBezTo>
                      <a:pt x="1281" y="1917"/>
                      <a:pt x="1323" y="1932"/>
                      <a:pt x="1366" y="1932"/>
                    </a:cubicBezTo>
                    <a:cubicBezTo>
                      <a:pt x="1409" y="1932"/>
                      <a:pt x="1454" y="1917"/>
                      <a:pt x="1489" y="1888"/>
                    </a:cubicBezTo>
                    <a:lnTo>
                      <a:pt x="1799" y="1578"/>
                    </a:lnTo>
                    <a:cubicBezTo>
                      <a:pt x="2239" y="1590"/>
                      <a:pt x="2608" y="1721"/>
                      <a:pt x="2882" y="1983"/>
                    </a:cubicBezTo>
                    <a:cubicBezTo>
                      <a:pt x="3120" y="2185"/>
                      <a:pt x="3180" y="2542"/>
                      <a:pt x="3025" y="2828"/>
                    </a:cubicBezTo>
                    <a:cubicBezTo>
                      <a:pt x="2823" y="3173"/>
                      <a:pt x="2466" y="3376"/>
                      <a:pt x="2085" y="3376"/>
                    </a:cubicBezTo>
                    <a:cubicBezTo>
                      <a:pt x="1489" y="3376"/>
                      <a:pt x="1013" y="2900"/>
                      <a:pt x="1013" y="2304"/>
                    </a:cubicBezTo>
                    <a:cubicBezTo>
                      <a:pt x="1013" y="2209"/>
                      <a:pt x="942" y="2138"/>
                      <a:pt x="846" y="2138"/>
                    </a:cubicBezTo>
                    <a:cubicBezTo>
                      <a:pt x="763" y="2138"/>
                      <a:pt x="680" y="2209"/>
                      <a:pt x="680" y="2304"/>
                    </a:cubicBezTo>
                    <a:cubicBezTo>
                      <a:pt x="680" y="2828"/>
                      <a:pt x="965" y="3292"/>
                      <a:pt x="1394" y="3519"/>
                    </a:cubicBezTo>
                    <a:lnTo>
                      <a:pt x="1394" y="3852"/>
                    </a:lnTo>
                    <a:lnTo>
                      <a:pt x="1394" y="3900"/>
                    </a:lnTo>
                    <a:cubicBezTo>
                      <a:pt x="834" y="3781"/>
                      <a:pt x="501" y="3602"/>
                      <a:pt x="370" y="3495"/>
                    </a:cubicBezTo>
                    <a:cubicBezTo>
                      <a:pt x="370" y="3495"/>
                      <a:pt x="358" y="3495"/>
                      <a:pt x="370" y="3483"/>
                    </a:cubicBezTo>
                    <a:cubicBezTo>
                      <a:pt x="525" y="3138"/>
                      <a:pt x="680" y="2483"/>
                      <a:pt x="680" y="1780"/>
                    </a:cubicBezTo>
                    <a:cubicBezTo>
                      <a:pt x="680" y="1042"/>
                      <a:pt x="1251" y="399"/>
                      <a:pt x="1977" y="340"/>
                    </a:cubicBezTo>
                    <a:cubicBezTo>
                      <a:pt x="2019" y="334"/>
                      <a:pt x="2064" y="331"/>
                      <a:pt x="2108" y="331"/>
                    </a:cubicBezTo>
                    <a:close/>
                    <a:moveTo>
                      <a:pt x="2442" y="3662"/>
                    </a:moveTo>
                    <a:lnTo>
                      <a:pt x="2442" y="3852"/>
                    </a:lnTo>
                    <a:cubicBezTo>
                      <a:pt x="2442" y="4043"/>
                      <a:pt x="2549" y="4221"/>
                      <a:pt x="2727" y="4316"/>
                    </a:cubicBezTo>
                    <a:lnTo>
                      <a:pt x="2823" y="4376"/>
                    </a:lnTo>
                    <a:cubicBezTo>
                      <a:pt x="2680" y="4626"/>
                      <a:pt x="2382" y="4793"/>
                      <a:pt x="2073" y="4793"/>
                    </a:cubicBezTo>
                    <a:cubicBezTo>
                      <a:pt x="1751" y="4793"/>
                      <a:pt x="1477" y="4626"/>
                      <a:pt x="1311" y="4376"/>
                    </a:cubicBezTo>
                    <a:lnTo>
                      <a:pt x="1418" y="4316"/>
                    </a:lnTo>
                    <a:cubicBezTo>
                      <a:pt x="1596" y="4221"/>
                      <a:pt x="1692" y="4043"/>
                      <a:pt x="1692" y="3852"/>
                    </a:cubicBezTo>
                    <a:lnTo>
                      <a:pt x="1692" y="3662"/>
                    </a:lnTo>
                    <a:cubicBezTo>
                      <a:pt x="1811" y="3685"/>
                      <a:pt x="1930" y="3709"/>
                      <a:pt x="2073" y="3709"/>
                    </a:cubicBezTo>
                    <a:cubicBezTo>
                      <a:pt x="2192" y="3709"/>
                      <a:pt x="2323" y="3685"/>
                      <a:pt x="2442" y="3662"/>
                    </a:cubicBezTo>
                    <a:close/>
                    <a:moveTo>
                      <a:pt x="2096" y="0"/>
                    </a:moveTo>
                    <a:cubicBezTo>
                      <a:pt x="2040" y="0"/>
                      <a:pt x="1983" y="6"/>
                      <a:pt x="1930" y="18"/>
                    </a:cubicBezTo>
                    <a:cubicBezTo>
                      <a:pt x="1037" y="102"/>
                      <a:pt x="334" y="875"/>
                      <a:pt x="334" y="1780"/>
                    </a:cubicBezTo>
                    <a:cubicBezTo>
                      <a:pt x="334" y="2435"/>
                      <a:pt x="180" y="3042"/>
                      <a:pt x="60" y="3364"/>
                    </a:cubicBezTo>
                    <a:cubicBezTo>
                      <a:pt x="1" y="3507"/>
                      <a:pt x="37" y="3673"/>
                      <a:pt x="180" y="3781"/>
                    </a:cubicBezTo>
                    <a:cubicBezTo>
                      <a:pt x="311" y="3888"/>
                      <a:pt x="596" y="4043"/>
                      <a:pt x="1037" y="4162"/>
                    </a:cubicBezTo>
                    <a:lnTo>
                      <a:pt x="382" y="4495"/>
                    </a:lnTo>
                    <a:cubicBezTo>
                      <a:pt x="144" y="4614"/>
                      <a:pt x="1" y="4852"/>
                      <a:pt x="1" y="5114"/>
                    </a:cubicBezTo>
                    <a:lnTo>
                      <a:pt x="1" y="6209"/>
                    </a:lnTo>
                    <a:cubicBezTo>
                      <a:pt x="1" y="6293"/>
                      <a:pt x="72" y="6364"/>
                      <a:pt x="156" y="6364"/>
                    </a:cubicBezTo>
                    <a:cubicBezTo>
                      <a:pt x="251" y="6364"/>
                      <a:pt x="322" y="6293"/>
                      <a:pt x="322" y="6209"/>
                    </a:cubicBezTo>
                    <a:lnTo>
                      <a:pt x="322" y="5114"/>
                    </a:lnTo>
                    <a:cubicBezTo>
                      <a:pt x="322" y="4983"/>
                      <a:pt x="394" y="4852"/>
                      <a:pt x="537" y="4793"/>
                    </a:cubicBezTo>
                    <a:lnTo>
                      <a:pt x="1049" y="4519"/>
                    </a:lnTo>
                    <a:cubicBezTo>
                      <a:pt x="1275" y="4900"/>
                      <a:pt x="1680" y="5138"/>
                      <a:pt x="2108" y="5138"/>
                    </a:cubicBezTo>
                    <a:cubicBezTo>
                      <a:pt x="2561" y="5138"/>
                      <a:pt x="2942" y="4900"/>
                      <a:pt x="3168" y="4519"/>
                    </a:cubicBezTo>
                    <a:lnTo>
                      <a:pt x="3692" y="4793"/>
                    </a:lnTo>
                    <a:cubicBezTo>
                      <a:pt x="3811" y="4852"/>
                      <a:pt x="3894" y="4983"/>
                      <a:pt x="3894" y="5114"/>
                    </a:cubicBezTo>
                    <a:lnTo>
                      <a:pt x="3894" y="6209"/>
                    </a:lnTo>
                    <a:cubicBezTo>
                      <a:pt x="3894" y="6293"/>
                      <a:pt x="3966" y="6364"/>
                      <a:pt x="4061" y="6364"/>
                    </a:cubicBezTo>
                    <a:cubicBezTo>
                      <a:pt x="4144" y="6364"/>
                      <a:pt x="4228" y="6293"/>
                      <a:pt x="4228" y="6209"/>
                    </a:cubicBezTo>
                    <a:lnTo>
                      <a:pt x="4228" y="5114"/>
                    </a:lnTo>
                    <a:cubicBezTo>
                      <a:pt x="4192" y="4852"/>
                      <a:pt x="4049" y="4614"/>
                      <a:pt x="3811" y="4495"/>
                    </a:cubicBezTo>
                    <a:lnTo>
                      <a:pt x="3156" y="4162"/>
                    </a:lnTo>
                    <a:cubicBezTo>
                      <a:pt x="3597" y="4043"/>
                      <a:pt x="3870" y="3888"/>
                      <a:pt x="4013" y="3781"/>
                    </a:cubicBezTo>
                    <a:cubicBezTo>
                      <a:pt x="4156" y="3685"/>
                      <a:pt x="4192" y="3507"/>
                      <a:pt x="4132" y="3364"/>
                    </a:cubicBezTo>
                    <a:cubicBezTo>
                      <a:pt x="4001" y="3042"/>
                      <a:pt x="3847" y="2435"/>
                      <a:pt x="3847" y="1780"/>
                    </a:cubicBezTo>
                    <a:cubicBezTo>
                      <a:pt x="3847" y="875"/>
                      <a:pt x="3156" y="90"/>
                      <a:pt x="2263" y="18"/>
                    </a:cubicBezTo>
                    <a:cubicBezTo>
                      <a:pt x="2210" y="6"/>
                      <a:pt x="2153" y="0"/>
                      <a:pt x="209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9201;p60">
                <a:extLst>
                  <a:ext uri="{FF2B5EF4-FFF2-40B4-BE49-F238E27FC236}">
                    <a16:creationId xmlns:a16="http://schemas.microsoft.com/office/drawing/2014/main" id="{464D7699-8C67-9FDF-A809-7207ACA4DA73}"/>
                  </a:ext>
                </a:extLst>
              </p:cNvPr>
              <p:cNvSpPr/>
              <p:nvPr/>
            </p:nvSpPr>
            <p:spPr>
              <a:xfrm>
                <a:off x="7120141" y="2297184"/>
                <a:ext cx="10662" cy="33005"/>
              </a:xfrm>
              <a:custGeom>
                <a:avLst/>
                <a:gdLst/>
                <a:ahLst/>
                <a:cxnLst/>
                <a:rect l="l" t="t" r="r" b="b"/>
                <a:pathLst>
                  <a:path w="335" h="1037" extrusionOk="0">
                    <a:moveTo>
                      <a:pt x="167" y="0"/>
                    </a:moveTo>
                    <a:cubicBezTo>
                      <a:pt x="72" y="0"/>
                      <a:pt x="1" y="72"/>
                      <a:pt x="1" y="167"/>
                    </a:cubicBezTo>
                    <a:lnTo>
                      <a:pt x="1" y="881"/>
                    </a:lnTo>
                    <a:cubicBezTo>
                      <a:pt x="1" y="965"/>
                      <a:pt x="72" y="1036"/>
                      <a:pt x="167" y="1036"/>
                    </a:cubicBezTo>
                    <a:cubicBezTo>
                      <a:pt x="251" y="1036"/>
                      <a:pt x="334" y="965"/>
                      <a:pt x="334" y="881"/>
                    </a:cubicBezTo>
                    <a:lnTo>
                      <a:pt x="334" y="167"/>
                    </a:lnTo>
                    <a:cubicBezTo>
                      <a:pt x="334" y="72"/>
                      <a:pt x="251" y="0"/>
                      <a:pt x="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9202;p60">
                <a:extLst>
                  <a:ext uri="{FF2B5EF4-FFF2-40B4-BE49-F238E27FC236}">
                    <a16:creationId xmlns:a16="http://schemas.microsoft.com/office/drawing/2014/main" id="{C69B7FD3-CBDC-43E9-77CD-2DB13A0B934B}"/>
                  </a:ext>
                </a:extLst>
              </p:cNvPr>
              <p:cNvSpPr/>
              <p:nvPr/>
            </p:nvSpPr>
            <p:spPr>
              <a:xfrm>
                <a:off x="7199360" y="2297184"/>
                <a:ext cx="10248" cy="33005"/>
              </a:xfrm>
              <a:custGeom>
                <a:avLst/>
                <a:gdLst/>
                <a:ahLst/>
                <a:cxnLst/>
                <a:rect l="l" t="t" r="r" b="b"/>
                <a:pathLst>
                  <a:path w="322" h="1037" extrusionOk="0">
                    <a:moveTo>
                      <a:pt x="167" y="0"/>
                    </a:moveTo>
                    <a:cubicBezTo>
                      <a:pt x="72" y="0"/>
                      <a:pt x="0" y="72"/>
                      <a:pt x="0" y="167"/>
                    </a:cubicBezTo>
                    <a:lnTo>
                      <a:pt x="0" y="881"/>
                    </a:lnTo>
                    <a:cubicBezTo>
                      <a:pt x="0" y="965"/>
                      <a:pt x="72" y="1036"/>
                      <a:pt x="167" y="1036"/>
                    </a:cubicBezTo>
                    <a:cubicBezTo>
                      <a:pt x="250" y="1036"/>
                      <a:pt x="322" y="965"/>
                      <a:pt x="322" y="881"/>
                    </a:cubicBezTo>
                    <a:lnTo>
                      <a:pt x="322" y="167"/>
                    </a:lnTo>
                    <a:cubicBezTo>
                      <a:pt x="322" y="72"/>
                      <a:pt x="250" y="0"/>
                      <a:pt x="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9203;p60">
                <a:extLst>
                  <a:ext uri="{FF2B5EF4-FFF2-40B4-BE49-F238E27FC236}">
                    <a16:creationId xmlns:a16="http://schemas.microsoft.com/office/drawing/2014/main" id="{24A7DE11-A5B9-5A69-DC69-B55144673060}"/>
                  </a:ext>
                </a:extLst>
              </p:cNvPr>
              <p:cNvSpPr/>
              <p:nvPr/>
            </p:nvSpPr>
            <p:spPr>
              <a:xfrm>
                <a:off x="7357001" y="2165704"/>
                <a:ext cx="56876" cy="17823"/>
              </a:xfrm>
              <a:custGeom>
                <a:avLst/>
                <a:gdLst/>
                <a:ahLst/>
                <a:cxnLst/>
                <a:rect l="l" t="t" r="r" b="b"/>
                <a:pathLst>
                  <a:path w="1787" h="560" extrusionOk="0">
                    <a:moveTo>
                      <a:pt x="630" y="0"/>
                    </a:moveTo>
                    <a:cubicBezTo>
                      <a:pt x="478" y="0"/>
                      <a:pt x="311" y="14"/>
                      <a:pt x="131" y="48"/>
                    </a:cubicBezTo>
                    <a:cubicBezTo>
                      <a:pt x="60" y="71"/>
                      <a:pt x="0" y="143"/>
                      <a:pt x="0" y="214"/>
                    </a:cubicBezTo>
                    <a:lnTo>
                      <a:pt x="0" y="393"/>
                    </a:lnTo>
                    <a:cubicBezTo>
                      <a:pt x="0" y="488"/>
                      <a:pt x="72" y="560"/>
                      <a:pt x="167" y="560"/>
                    </a:cubicBezTo>
                    <a:cubicBezTo>
                      <a:pt x="250" y="560"/>
                      <a:pt x="322" y="488"/>
                      <a:pt x="322" y="393"/>
                    </a:cubicBezTo>
                    <a:lnTo>
                      <a:pt x="322" y="345"/>
                    </a:lnTo>
                    <a:cubicBezTo>
                      <a:pt x="436" y="334"/>
                      <a:pt x="543" y="328"/>
                      <a:pt x="642" y="328"/>
                    </a:cubicBezTo>
                    <a:cubicBezTo>
                      <a:pt x="851" y="328"/>
                      <a:pt x="1022" y="352"/>
                      <a:pt x="1143" y="393"/>
                    </a:cubicBezTo>
                    <a:cubicBezTo>
                      <a:pt x="1369" y="452"/>
                      <a:pt x="1488" y="524"/>
                      <a:pt x="1488" y="524"/>
                    </a:cubicBezTo>
                    <a:cubicBezTo>
                      <a:pt x="1512" y="548"/>
                      <a:pt x="1548" y="560"/>
                      <a:pt x="1572" y="560"/>
                    </a:cubicBezTo>
                    <a:cubicBezTo>
                      <a:pt x="1631" y="560"/>
                      <a:pt x="1679" y="524"/>
                      <a:pt x="1715" y="488"/>
                    </a:cubicBezTo>
                    <a:cubicBezTo>
                      <a:pt x="1786" y="405"/>
                      <a:pt x="1762" y="310"/>
                      <a:pt x="1679" y="262"/>
                    </a:cubicBezTo>
                    <a:cubicBezTo>
                      <a:pt x="1660" y="252"/>
                      <a:pt x="1280" y="0"/>
                      <a:pt x="63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9204;p60">
                <a:extLst>
                  <a:ext uri="{FF2B5EF4-FFF2-40B4-BE49-F238E27FC236}">
                    <a16:creationId xmlns:a16="http://schemas.microsoft.com/office/drawing/2014/main" id="{38410B0A-5783-D080-9D99-F677C2E770A5}"/>
                  </a:ext>
                </a:extLst>
              </p:cNvPr>
              <p:cNvSpPr/>
              <p:nvPr/>
            </p:nvSpPr>
            <p:spPr>
              <a:xfrm>
                <a:off x="7312666" y="2133113"/>
                <a:ext cx="145897" cy="197840"/>
              </a:xfrm>
              <a:custGeom>
                <a:avLst/>
                <a:gdLst/>
                <a:ahLst/>
                <a:cxnLst/>
                <a:rect l="l" t="t" r="r" b="b"/>
                <a:pathLst>
                  <a:path w="4584" h="6216" extrusionOk="0">
                    <a:moveTo>
                      <a:pt x="3536" y="345"/>
                    </a:moveTo>
                    <a:lnTo>
                      <a:pt x="3536" y="1167"/>
                    </a:lnTo>
                    <a:cubicBezTo>
                      <a:pt x="3536" y="1298"/>
                      <a:pt x="3512" y="1453"/>
                      <a:pt x="3453" y="1572"/>
                    </a:cubicBezTo>
                    <a:lnTo>
                      <a:pt x="3393" y="1703"/>
                    </a:lnTo>
                    <a:cubicBezTo>
                      <a:pt x="3370" y="1726"/>
                      <a:pt x="3370" y="1750"/>
                      <a:pt x="3370" y="1774"/>
                    </a:cubicBezTo>
                    <a:lnTo>
                      <a:pt x="3370" y="2131"/>
                    </a:lnTo>
                    <a:cubicBezTo>
                      <a:pt x="3358" y="2417"/>
                      <a:pt x="3239" y="2703"/>
                      <a:pt x="3036" y="2905"/>
                    </a:cubicBezTo>
                    <a:cubicBezTo>
                      <a:pt x="2834" y="3108"/>
                      <a:pt x="2568" y="3204"/>
                      <a:pt x="2288" y="3204"/>
                    </a:cubicBezTo>
                    <a:cubicBezTo>
                      <a:pt x="2271" y="3204"/>
                      <a:pt x="2255" y="3203"/>
                      <a:pt x="2238" y="3203"/>
                    </a:cubicBezTo>
                    <a:cubicBezTo>
                      <a:pt x="1667" y="3191"/>
                      <a:pt x="1203" y="2679"/>
                      <a:pt x="1203" y="2072"/>
                    </a:cubicBezTo>
                    <a:lnTo>
                      <a:pt x="1203" y="1774"/>
                    </a:lnTo>
                    <a:cubicBezTo>
                      <a:pt x="1203" y="1750"/>
                      <a:pt x="1203" y="1726"/>
                      <a:pt x="1191" y="1703"/>
                    </a:cubicBezTo>
                    <a:lnTo>
                      <a:pt x="1131" y="1572"/>
                    </a:lnTo>
                    <a:cubicBezTo>
                      <a:pt x="1072" y="1453"/>
                      <a:pt x="1036" y="1298"/>
                      <a:pt x="1036" y="1167"/>
                    </a:cubicBezTo>
                    <a:cubicBezTo>
                      <a:pt x="1036" y="702"/>
                      <a:pt x="1405" y="345"/>
                      <a:pt x="1857" y="345"/>
                    </a:cubicBezTo>
                    <a:close/>
                    <a:moveTo>
                      <a:pt x="1726" y="3417"/>
                    </a:moveTo>
                    <a:cubicBezTo>
                      <a:pt x="1869" y="3489"/>
                      <a:pt x="2048" y="3512"/>
                      <a:pt x="2227" y="3536"/>
                    </a:cubicBezTo>
                    <a:lnTo>
                      <a:pt x="2274" y="3536"/>
                    </a:lnTo>
                    <a:cubicBezTo>
                      <a:pt x="2465" y="3536"/>
                      <a:pt x="2643" y="3489"/>
                      <a:pt x="2822" y="3429"/>
                    </a:cubicBezTo>
                    <a:lnTo>
                      <a:pt x="2822" y="3655"/>
                    </a:lnTo>
                    <a:cubicBezTo>
                      <a:pt x="2822" y="3691"/>
                      <a:pt x="2834" y="3750"/>
                      <a:pt x="2834" y="3798"/>
                    </a:cubicBezTo>
                    <a:lnTo>
                      <a:pt x="2274" y="4227"/>
                    </a:lnTo>
                    <a:lnTo>
                      <a:pt x="1703" y="3798"/>
                    </a:lnTo>
                    <a:cubicBezTo>
                      <a:pt x="1726" y="3750"/>
                      <a:pt x="1726" y="3715"/>
                      <a:pt x="1726" y="3655"/>
                    </a:cubicBezTo>
                    <a:lnTo>
                      <a:pt x="1726" y="3417"/>
                    </a:lnTo>
                    <a:close/>
                    <a:moveTo>
                      <a:pt x="1857" y="0"/>
                    </a:moveTo>
                    <a:cubicBezTo>
                      <a:pt x="1215" y="0"/>
                      <a:pt x="691" y="524"/>
                      <a:pt x="691" y="1167"/>
                    </a:cubicBezTo>
                    <a:cubicBezTo>
                      <a:pt x="691" y="1357"/>
                      <a:pt x="738" y="1548"/>
                      <a:pt x="834" y="1715"/>
                    </a:cubicBezTo>
                    <a:lnTo>
                      <a:pt x="869" y="1810"/>
                    </a:lnTo>
                    <a:lnTo>
                      <a:pt x="869" y="2072"/>
                    </a:lnTo>
                    <a:cubicBezTo>
                      <a:pt x="869" y="2536"/>
                      <a:pt x="1084" y="2941"/>
                      <a:pt x="1405" y="3215"/>
                    </a:cubicBezTo>
                    <a:lnTo>
                      <a:pt x="1405" y="3667"/>
                    </a:lnTo>
                    <a:cubicBezTo>
                      <a:pt x="1405" y="3739"/>
                      <a:pt x="1369" y="3810"/>
                      <a:pt x="1286" y="3846"/>
                    </a:cubicBezTo>
                    <a:lnTo>
                      <a:pt x="441" y="4155"/>
                    </a:lnTo>
                    <a:cubicBezTo>
                      <a:pt x="179" y="4262"/>
                      <a:pt x="0" y="4512"/>
                      <a:pt x="0" y="4810"/>
                    </a:cubicBezTo>
                    <a:lnTo>
                      <a:pt x="0" y="6048"/>
                    </a:lnTo>
                    <a:cubicBezTo>
                      <a:pt x="0" y="6132"/>
                      <a:pt x="72" y="6215"/>
                      <a:pt x="155" y="6215"/>
                    </a:cubicBezTo>
                    <a:cubicBezTo>
                      <a:pt x="250" y="6215"/>
                      <a:pt x="322" y="6132"/>
                      <a:pt x="322" y="6048"/>
                    </a:cubicBezTo>
                    <a:lnTo>
                      <a:pt x="322" y="4810"/>
                    </a:lnTo>
                    <a:cubicBezTo>
                      <a:pt x="322" y="4655"/>
                      <a:pt x="417" y="4524"/>
                      <a:pt x="560" y="4465"/>
                    </a:cubicBezTo>
                    <a:lnTo>
                      <a:pt x="1405" y="4155"/>
                    </a:lnTo>
                    <a:cubicBezTo>
                      <a:pt x="1453" y="4143"/>
                      <a:pt x="1500" y="4108"/>
                      <a:pt x="1524" y="4084"/>
                    </a:cubicBezTo>
                    <a:lnTo>
                      <a:pt x="2119" y="4524"/>
                    </a:lnTo>
                    <a:lnTo>
                      <a:pt x="2119" y="6036"/>
                    </a:lnTo>
                    <a:cubicBezTo>
                      <a:pt x="2119" y="6120"/>
                      <a:pt x="2203" y="6191"/>
                      <a:pt x="2286" y="6191"/>
                    </a:cubicBezTo>
                    <a:cubicBezTo>
                      <a:pt x="2369" y="6191"/>
                      <a:pt x="2453" y="6120"/>
                      <a:pt x="2453" y="6036"/>
                    </a:cubicBezTo>
                    <a:lnTo>
                      <a:pt x="2453" y="4512"/>
                    </a:lnTo>
                    <a:lnTo>
                      <a:pt x="3048" y="4072"/>
                    </a:lnTo>
                    <a:cubicBezTo>
                      <a:pt x="3084" y="4096"/>
                      <a:pt x="3120" y="4108"/>
                      <a:pt x="3167" y="4143"/>
                    </a:cubicBezTo>
                    <a:lnTo>
                      <a:pt x="4012" y="4453"/>
                    </a:lnTo>
                    <a:cubicBezTo>
                      <a:pt x="4155" y="4512"/>
                      <a:pt x="4251" y="4643"/>
                      <a:pt x="4251" y="4798"/>
                    </a:cubicBezTo>
                    <a:lnTo>
                      <a:pt x="4251" y="6036"/>
                    </a:lnTo>
                    <a:cubicBezTo>
                      <a:pt x="4251" y="6120"/>
                      <a:pt x="4322" y="6191"/>
                      <a:pt x="4417" y="6191"/>
                    </a:cubicBezTo>
                    <a:cubicBezTo>
                      <a:pt x="4501" y="6191"/>
                      <a:pt x="4572" y="6120"/>
                      <a:pt x="4572" y="6036"/>
                    </a:cubicBezTo>
                    <a:lnTo>
                      <a:pt x="4572" y="4798"/>
                    </a:lnTo>
                    <a:cubicBezTo>
                      <a:pt x="4584" y="4512"/>
                      <a:pt x="4382" y="4251"/>
                      <a:pt x="4120" y="4143"/>
                    </a:cubicBezTo>
                    <a:lnTo>
                      <a:pt x="3274" y="3834"/>
                    </a:lnTo>
                    <a:cubicBezTo>
                      <a:pt x="3191" y="3798"/>
                      <a:pt x="3155" y="3727"/>
                      <a:pt x="3155" y="3655"/>
                    </a:cubicBezTo>
                    <a:lnTo>
                      <a:pt x="3155" y="3215"/>
                    </a:lnTo>
                    <a:cubicBezTo>
                      <a:pt x="3179" y="3191"/>
                      <a:pt x="3227" y="3155"/>
                      <a:pt x="3250" y="3131"/>
                    </a:cubicBezTo>
                    <a:cubicBezTo>
                      <a:pt x="3536" y="2858"/>
                      <a:pt x="3691" y="2500"/>
                      <a:pt x="3691" y="2119"/>
                    </a:cubicBezTo>
                    <a:lnTo>
                      <a:pt x="3691" y="1810"/>
                    </a:lnTo>
                    <a:lnTo>
                      <a:pt x="3727" y="1715"/>
                    </a:lnTo>
                    <a:cubicBezTo>
                      <a:pt x="3822" y="1548"/>
                      <a:pt x="3870" y="1357"/>
                      <a:pt x="3870" y="1167"/>
                    </a:cubicBezTo>
                    <a:lnTo>
                      <a:pt x="3870" y="167"/>
                    </a:lnTo>
                    <a:cubicBezTo>
                      <a:pt x="3870" y="71"/>
                      <a:pt x="3786" y="0"/>
                      <a:pt x="370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9205;p60">
                <a:extLst>
                  <a:ext uri="{FF2B5EF4-FFF2-40B4-BE49-F238E27FC236}">
                    <a16:creationId xmlns:a16="http://schemas.microsoft.com/office/drawing/2014/main" id="{80575ABA-666E-0FE2-25FE-0148EA4CAC85}"/>
                  </a:ext>
                </a:extLst>
              </p:cNvPr>
              <p:cNvSpPr/>
              <p:nvPr/>
            </p:nvSpPr>
            <p:spPr>
              <a:xfrm>
                <a:off x="7340324" y="2291486"/>
                <a:ext cx="10630" cy="38702"/>
              </a:xfrm>
              <a:custGeom>
                <a:avLst/>
                <a:gdLst/>
                <a:ahLst/>
                <a:cxnLst/>
                <a:rect l="l" t="t" r="r" b="b"/>
                <a:pathLst>
                  <a:path w="334" h="1216" extrusionOk="0">
                    <a:moveTo>
                      <a:pt x="167" y="1"/>
                    </a:moveTo>
                    <a:cubicBezTo>
                      <a:pt x="84" y="1"/>
                      <a:pt x="0" y="72"/>
                      <a:pt x="0" y="167"/>
                    </a:cubicBezTo>
                    <a:lnTo>
                      <a:pt x="0" y="1060"/>
                    </a:lnTo>
                    <a:cubicBezTo>
                      <a:pt x="0" y="1144"/>
                      <a:pt x="84" y="1215"/>
                      <a:pt x="167" y="1215"/>
                    </a:cubicBezTo>
                    <a:cubicBezTo>
                      <a:pt x="262" y="1215"/>
                      <a:pt x="334" y="1144"/>
                      <a:pt x="334" y="1060"/>
                    </a:cubicBezTo>
                    <a:lnTo>
                      <a:pt x="334" y="167"/>
                    </a:lnTo>
                    <a:cubicBezTo>
                      <a:pt x="334" y="72"/>
                      <a:pt x="262" y="1"/>
                      <a:pt x="16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9206;p60">
                <a:extLst>
                  <a:ext uri="{FF2B5EF4-FFF2-40B4-BE49-F238E27FC236}">
                    <a16:creationId xmlns:a16="http://schemas.microsoft.com/office/drawing/2014/main" id="{3F9D1CBE-98DC-794A-44CB-176F8C76E256}"/>
                  </a:ext>
                </a:extLst>
              </p:cNvPr>
              <p:cNvSpPr/>
              <p:nvPr/>
            </p:nvSpPr>
            <p:spPr>
              <a:xfrm>
                <a:off x="7419511" y="2291486"/>
                <a:ext cx="10630" cy="38702"/>
              </a:xfrm>
              <a:custGeom>
                <a:avLst/>
                <a:gdLst/>
                <a:ahLst/>
                <a:cxnLst/>
                <a:rect l="l" t="t" r="r" b="b"/>
                <a:pathLst>
                  <a:path w="334" h="1216" extrusionOk="0">
                    <a:moveTo>
                      <a:pt x="167" y="1"/>
                    </a:moveTo>
                    <a:cubicBezTo>
                      <a:pt x="72" y="1"/>
                      <a:pt x="1" y="72"/>
                      <a:pt x="1" y="167"/>
                    </a:cubicBezTo>
                    <a:lnTo>
                      <a:pt x="1" y="1060"/>
                    </a:lnTo>
                    <a:cubicBezTo>
                      <a:pt x="1" y="1144"/>
                      <a:pt x="72" y="1215"/>
                      <a:pt x="167" y="1215"/>
                    </a:cubicBezTo>
                    <a:cubicBezTo>
                      <a:pt x="251" y="1215"/>
                      <a:pt x="334" y="1144"/>
                      <a:pt x="334" y="1060"/>
                    </a:cubicBezTo>
                    <a:lnTo>
                      <a:pt x="334" y="167"/>
                    </a:lnTo>
                    <a:cubicBezTo>
                      <a:pt x="334" y="72"/>
                      <a:pt x="251" y="1"/>
                      <a:pt x="16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9207;p60">
                <a:extLst>
                  <a:ext uri="{FF2B5EF4-FFF2-40B4-BE49-F238E27FC236}">
                    <a16:creationId xmlns:a16="http://schemas.microsoft.com/office/drawing/2014/main" id="{F3175A67-34E6-23E2-C02D-ABB23E1F0E1E}"/>
                  </a:ext>
                </a:extLst>
              </p:cNvPr>
              <p:cNvSpPr/>
              <p:nvPr/>
            </p:nvSpPr>
            <p:spPr>
              <a:xfrm>
                <a:off x="7153878" y="1969392"/>
                <a:ext cx="225498" cy="188355"/>
              </a:xfrm>
              <a:custGeom>
                <a:avLst/>
                <a:gdLst/>
                <a:ahLst/>
                <a:cxnLst/>
                <a:rect l="l" t="t" r="r" b="b"/>
                <a:pathLst>
                  <a:path w="7085" h="5918" extrusionOk="0">
                    <a:moveTo>
                      <a:pt x="2441" y="4227"/>
                    </a:moveTo>
                    <a:lnTo>
                      <a:pt x="2346" y="4608"/>
                    </a:lnTo>
                    <a:lnTo>
                      <a:pt x="2132" y="4608"/>
                    </a:lnTo>
                    <a:cubicBezTo>
                      <a:pt x="1917" y="4608"/>
                      <a:pt x="1751" y="4442"/>
                      <a:pt x="1751" y="4239"/>
                    </a:cubicBezTo>
                    <a:lnTo>
                      <a:pt x="1751" y="4227"/>
                    </a:lnTo>
                    <a:close/>
                    <a:moveTo>
                      <a:pt x="5668" y="310"/>
                    </a:moveTo>
                    <a:cubicBezTo>
                      <a:pt x="5882" y="310"/>
                      <a:pt x="6037" y="477"/>
                      <a:pt x="6037" y="679"/>
                    </a:cubicBezTo>
                    <a:lnTo>
                      <a:pt x="6037" y="3525"/>
                    </a:lnTo>
                    <a:cubicBezTo>
                      <a:pt x="6037" y="3739"/>
                      <a:pt x="5882" y="3894"/>
                      <a:pt x="5668" y="3894"/>
                    </a:cubicBezTo>
                    <a:lnTo>
                      <a:pt x="4251" y="3894"/>
                    </a:lnTo>
                    <a:cubicBezTo>
                      <a:pt x="4227" y="3894"/>
                      <a:pt x="4179" y="3918"/>
                      <a:pt x="4156" y="3930"/>
                    </a:cubicBezTo>
                    <a:lnTo>
                      <a:pt x="2572" y="5084"/>
                    </a:lnTo>
                    <a:lnTo>
                      <a:pt x="2810" y="4108"/>
                    </a:lnTo>
                    <a:cubicBezTo>
                      <a:pt x="2822" y="4061"/>
                      <a:pt x="2810" y="4001"/>
                      <a:pt x="2786" y="3953"/>
                    </a:cubicBezTo>
                    <a:cubicBezTo>
                      <a:pt x="2751" y="3918"/>
                      <a:pt x="2703" y="3894"/>
                      <a:pt x="2644" y="3894"/>
                    </a:cubicBezTo>
                    <a:lnTo>
                      <a:pt x="703" y="3894"/>
                    </a:lnTo>
                    <a:cubicBezTo>
                      <a:pt x="489" y="3894"/>
                      <a:pt x="322" y="3739"/>
                      <a:pt x="322" y="3525"/>
                    </a:cubicBezTo>
                    <a:lnTo>
                      <a:pt x="322" y="679"/>
                    </a:lnTo>
                    <a:cubicBezTo>
                      <a:pt x="322" y="477"/>
                      <a:pt x="489" y="310"/>
                      <a:pt x="703" y="310"/>
                    </a:cubicBezTo>
                    <a:close/>
                    <a:moveTo>
                      <a:pt x="6382" y="1036"/>
                    </a:moveTo>
                    <a:cubicBezTo>
                      <a:pt x="6585" y="1036"/>
                      <a:pt x="6751" y="1203"/>
                      <a:pt x="6751" y="1417"/>
                    </a:cubicBezTo>
                    <a:lnTo>
                      <a:pt x="6751" y="4251"/>
                    </a:lnTo>
                    <a:lnTo>
                      <a:pt x="6739" y="4251"/>
                    </a:lnTo>
                    <a:cubicBezTo>
                      <a:pt x="6739" y="4465"/>
                      <a:pt x="6573" y="4632"/>
                      <a:pt x="6370" y="4632"/>
                    </a:cubicBezTo>
                    <a:lnTo>
                      <a:pt x="4953" y="4632"/>
                    </a:lnTo>
                    <a:cubicBezTo>
                      <a:pt x="4906" y="4632"/>
                      <a:pt x="4870" y="4644"/>
                      <a:pt x="4822" y="4692"/>
                    </a:cubicBezTo>
                    <a:cubicBezTo>
                      <a:pt x="4787" y="4727"/>
                      <a:pt x="4775" y="4775"/>
                      <a:pt x="4787" y="4823"/>
                    </a:cubicBezTo>
                    <a:lnTo>
                      <a:pt x="4906" y="5501"/>
                    </a:lnTo>
                    <a:lnTo>
                      <a:pt x="3691" y="4692"/>
                    </a:lnTo>
                    <a:lnTo>
                      <a:pt x="4299" y="4239"/>
                    </a:lnTo>
                    <a:lnTo>
                      <a:pt x="5668" y="4239"/>
                    </a:lnTo>
                    <a:cubicBezTo>
                      <a:pt x="6049" y="4239"/>
                      <a:pt x="6370" y="3930"/>
                      <a:pt x="6370" y="3537"/>
                    </a:cubicBezTo>
                    <a:lnTo>
                      <a:pt x="6370" y="1036"/>
                    </a:lnTo>
                    <a:close/>
                    <a:moveTo>
                      <a:pt x="703" y="1"/>
                    </a:moveTo>
                    <a:cubicBezTo>
                      <a:pt x="310" y="1"/>
                      <a:pt x="0" y="310"/>
                      <a:pt x="0" y="703"/>
                    </a:cubicBezTo>
                    <a:lnTo>
                      <a:pt x="0" y="3537"/>
                    </a:lnTo>
                    <a:cubicBezTo>
                      <a:pt x="0" y="3930"/>
                      <a:pt x="310" y="4239"/>
                      <a:pt x="703" y="4239"/>
                    </a:cubicBezTo>
                    <a:lnTo>
                      <a:pt x="1405" y="4239"/>
                    </a:lnTo>
                    <a:lnTo>
                      <a:pt x="1405" y="4251"/>
                    </a:lnTo>
                    <a:cubicBezTo>
                      <a:pt x="1405" y="4644"/>
                      <a:pt x="1727" y="4954"/>
                      <a:pt x="2108" y="4954"/>
                    </a:cubicBezTo>
                    <a:lnTo>
                      <a:pt x="2263" y="4954"/>
                    </a:lnTo>
                    <a:lnTo>
                      <a:pt x="2203" y="5227"/>
                    </a:lnTo>
                    <a:cubicBezTo>
                      <a:pt x="2167" y="5323"/>
                      <a:pt x="2215" y="5430"/>
                      <a:pt x="2298" y="5489"/>
                    </a:cubicBezTo>
                    <a:cubicBezTo>
                      <a:pt x="2346" y="5525"/>
                      <a:pt x="2394" y="5537"/>
                      <a:pt x="2453" y="5537"/>
                    </a:cubicBezTo>
                    <a:cubicBezTo>
                      <a:pt x="2513" y="5537"/>
                      <a:pt x="2560" y="5525"/>
                      <a:pt x="2596" y="5489"/>
                    </a:cubicBezTo>
                    <a:lnTo>
                      <a:pt x="3334" y="4954"/>
                    </a:lnTo>
                    <a:lnTo>
                      <a:pt x="3489" y="4954"/>
                    </a:lnTo>
                    <a:lnTo>
                      <a:pt x="4882" y="5882"/>
                    </a:lnTo>
                    <a:cubicBezTo>
                      <a:pt x="4918" y="5906"/>
                      <a:pt x="4965" y="5918"/>
                      <a:pt x="5013" y="5918"/>
                    </a:cubicBezTo>
                    <a:cubicBezTo>
                      <a:pt x="5061" y="5918"/>
                      <a:pt x="5096" y="5906"/>
                      <a:pt x="5144" y="5882"/>
                    </a:cubicBezTo>
                    <a:cubicBezTo>
                      <a:pt x="5239" y="5823"/>
                      <a:pt x="5287" y="5727"/>
                      <a:pt x="5263" y="5620"/>
                    </a:cubicBezTo>
                    <a:lnTo>
                      <a:pt x="5168" y="4954"/>
                    </a:lnTo>
                    <a:lnTo>
                      <a:pt x="6382" y="4954"/>
                    </a:lnTo>
                    <a:cubicBezTo>
                      <a:pt x="6763" y="4954"/>
                      <a:pt x="7085" y="4644"/>
                      <a:pt x="7085" y="4251"/>
                    </a:cubicBezTo>
                    <a:lnTo>
                      <a:pt x="7085" y="1417"/>
                    </a:lnTo>
                    <a:cubicBezTo>
                      <a:pt x="7085" y="1024"/>
                      <a:pt x="6775" y="715"/>
                      <a:pt x="6382" y="715"/>
                    </a:cubicBezTo>
                    <a:cubicBezTo>
                      <a:pt x="6370" y="310"/>
                      <a:pt x="6061" y="1"/>
                      <a:pt x="566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9208;p60">
                <a:extLst>
                  <a:ext uri="{FF2B5EF4-FFF2-40B4-BE49-F238E27FC236}">
                    <a16:creationId xmlns:a16="http://schemas.microsoft.com/office/drawing/2014/main" id="{58629D4A-7649-E0B7-227B-A1C5AAAAF273}"/>
                  </a:ext>
                </a:extLst>
              </p:cNvPr>
              <p:cNvSpPr/>
              <p:nvPr/>
            </p:nvSpPr>
            <p:spPr>
              <a:xfrm>
                <a:off x="7193663" y="2003511"/>
                <a:ext cx="27308" cy="10248"/>
              </a:xfrm>
              <a:custGeom>
                <a:avLst/>
                <a:gdLst/>
                <a:ahLst/>
                <a:cxnLst/>
                <a:rect l="l" t="t" r="r" b="b"/>
                <a:pathLst>
                  <a:path w="858" h="322" extrusionOk="0">
                    <a:moveTo>
                      <a:pt x="167" y="0"/>
                    </a:moveTo>
                    <a:cubicBezTo>
                      <a:pt x="72" y="0"/>
                      <a:pt x="1" y="72"/>
                      <a:pt x="1" y="167"/>
                    </a:cubicBezTo>
                    <a:cubicBezTo>
                      <a:pt x="1" y="250"/>
                      <a:pt x="72" y="322"/>
                      <a:pt x="167" y="322"/>
                    </a:cubicBezTo>
                    <a:lnTo>
                      <a:pt x="703" y="322"/>
                    </a:lnTo>
                    <a:cubicBezTo>
                      <a:pt x="786" y="322"/>
                      <a:pt x="858" y="250"/>
                      <a:pt x="858" y="167"/>
                    </a:cubicBezTo>
                    <a:cubicBezTo>
                      <a:pt x="858" y="72"/>
                      <a:pt x="786" y="0"/>
                      <a:pt x="70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9209;p60">
                <a:extLst>
                  <a:ext uri="{FF2B5EF4-FFF2-40B4-BE49-F238E27FC236}">
                    <a16:creationId xmlns:a16="http://schemas.microsoft.com/office/drawing/2014/main" id="{C1C4134F-9537-D8DC-5328-71E3F167B7ED}"/>
                  </a:ext>
                </a:extLst>
              </p:cNvPr>
              <p:cNvSpPr/>
              <p:nvPr/>
            </p:nvSpPr>
            <p:spPr>
              <a:xfrm>
                <a:off x="7233065" y="2003511"/>
                <a:ext cx="83802" cy="10248"/>
              </a:xfrm>
              <a:custGeom>
                <a:avLst/>
                <a:gdLst/>
                <a:ahLst/>
                <a:cxnLst/>
                <a:rect l="l" t="t" r="r" b="b"/>
                <a:pathLst>
                  <a:path w="2633" h="322" extrusionOk="0">
                    <a:moveTo>
                      <a:pt x="156" y="0"/>
                    </a:moveTo>
                    <a:cubicBezTo>
                      <a:pt x="72" y="0"/>
                      <a:pt x="1" y="72"/>
                      <a:pt x="1" y="167"/>
                    </a:cubicBezTo>
                    <a:cubicBezTo>
                      <a:pt x="1" y="250"/>
                      <a:pt x="72" y="322"/>
                      <a:pt x="156" y="322"/>
                    </a:cubicBezTo>
                    <a:lnTo>
                      <a:pt x="2465" y="322"/>
                    </a:lnTo>
                    <a:cubicBezTo>
                      <a:pt x="2561" y="322"/>
                      <a:pt x="2632" y="250"/>
                      <a:pt x="2632" y="167"/>
                    </a:cubicBezTo>
                    <a:cubicBezTo>
                      <a:pt x="2632" y="72"/>
                      <a:pt x="2573" y="0"/>
                      <a:pt x="246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9210;p60">
                <a:extLst>
                  <a:ext uri="{FF2B5EF4-FFF2-40B4-BE49-F238E27FC236}">
                    <a16:creationId xmlns:a16="http://schemas.microsoft.com/office/drawing/2014/main" id="{B7F4F245-76E5-0FF1-BFF7-9B7596C74CF6}"/>
                  </a:ext>
                </a:extLst>
              </p:cNvPr>
              <p:cNvSpPr/>
              <p:nvPr/>
            </p:nvSpPr>
            <p:spPr>
              <a:xfrm>
                <a:off x="7193281" y="2031933"/>
                <a:ext cx="123936" cy="10248"/>
              </a:xfrm>
              <a:custGeom>
                <a:avLst/>
                <a:gdLst/>
                <a:ahLst/>
                <a:cxnLst/>
                <a:rect l="l" t="t" r="r" b="b"/>
                <a:pathLst>
                  <a:path w="3894" h="322" extrusionOk="0">
                    <a:moveTo>
                      <a:pt x="155" y="0"/>
                    </a:moveTo>
                    <a:cubicBezTo>
                      <a:pt x="72" y="0"/>
                      <a:pt x="1" y="71"/>
                      <a:pt x="1" y="167"/>
                    </a:cubicBezTo>
                    <a:cubicBezTo>
                      <a:pt x="1" y="250"/>
                      <a:pt x="72" y="322"/>
                      <a:pt x="155" y="322"/>
                    </a:cubicBezTo>
                    <a:lnTo>
                      <a:pt x="3715" y="322"/>
                    </a:lnTo>
                    <a:cubicBezTo>
                      <a:pt x="3811" y="322"/>
                      <a:pt x="3882" y="250"/>
                      <a:pt x="3882" y="167"/>
                    </a:cubicBezTo>
                    <a:cubicBezTo>
                      <a:pt x="3894" y="71"/>
                      <a:pt x="3823" y="0"/>
                      <a:pt x="371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9211;p60">
                <a:extLst>
                  <a:ext uri="{FF2B5EF4-FFF2-40B4-BE49-F238E27FC236}">
                    <a16:creationId xmlns:a16="http://schemas.microsoft.com/office/drawing/2014/main" id="{CC49D93F-99A5-B605-315B-BF27E3DB5A08}"/>
                  </a:ext>
                </a:extLst>
              </p:cNvPr>
              <p:cNvSpPr/>
              <p:nvPr/>
            </p:nvSpPr>
            <p:spPr>
              <a:xfrm>
                <a:off x="7193663" y="2059973"/>
                <a:ext cx="83770" cy="10248"/>
              </a:xfrm>
              <a:custGeom>
                <a:avLst/>
                <a:gdLst/>
                <a:ahLst/>
                <a:cxnLst/>
                <a:rect l="l" t="t" r="r" b="b"/>
                <a:pathLst>
                  <a:path w="2632" h="322" extrusionOk="0">
                    <a:moveTo>
                      <a:pt x="167" y="0"/>
                    </a:moveTo>
                    <a:cubicBezTo>
                      <a:pt x="72" y="0"/>
                      <a:pt x="1" y="72"/>
                      <a:pt x="1" y="155"/>
                    </a:cubicBezTo>
                    <a:cubicBezTo>
                      <a:pt x="1" y="250"/>
                      <a:pt x="72" y="322"/>
                      <a:pt x="167" y="322"/>
                    </a:cubicBezTo>
                    <a:lnTo>
                      <a:pt x="2465" y="322"/>
                    </a:lnTo>
                    <a:cubicBezTo>
                      <a:pt x="2560" y="322"/>
                      <a:pt x="2632" y="250"/>
                      <a:pt x="2632" y="155"/>
                    </a:cubicBezTo>
                    <a:cubicBezTo>
                      <a:pt x="2632" y="72"/>
                      <a:pt x="2560" y="0"/>
                      <a:pt x="246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9212;p60">
                <a:extLst>
                  <a:ext uri="{FF2B5EF4-FFF2-40B4-BE49-F238E27FC236}">
                    <a16:creationId xmlns:a16="http://schemas.microsoft.com/office/drawing/2014/main" id="{59D0512E-41DC-9B94-3936-1CE5D9E79AD3}"/>
                  </a:ext>
                </a:extLst>
              </p:cNvPr>
              <p:cNvSpPr/>
              <p:nvPr/>
            </p:nvSpPr>
            <p:spPr>
              <a:xfrm>
                <a:off x="7289145" y="2059973"/>
                <a:ext cx="27722" cy="10248"/>
              </a:xfrm>
              <a:custGeom>
                <a:avLst/>
                <a:gdLst/>
                <a:ahLst/>
                <a:cxnLst/>
                <a:rect l="l" t="t" r="r" b="b"/>
                <a:pathLst>
                  <a:path w="871" h="322" extrusionOk="0">
                    <a:moveTo>
                      <a:pt x="168" y="0"/>
                    </a:moveTo>
                    <a:cubicBezTo>
                      <a:pt x="84" y="0"/>
                      <a:pt x="1" y="72"/>
                      <a:pt x="1" y="155"/>
                    </a:cubicBezTo>
                    <a:cubicBezTo>
                      <a:pt x="1" y="250"/>
                      <a:pt x="84" y="322"/>
                      <a:pt x="168" y="322"/>
                    </a:cubicBezTo>
                    <a:lnTo>
                      <a:pt x="703" y="322"/>
                    </a:lnTo>
                    <a:cubicBezTo>
                      <a:pt x="799" y="322"/>
                      <a:pt x="870" y="250"/>
                      <a:pt x="870" y="155"/>
                    </a:cubicBezTo>
                    <a:cubicBezTo>
                      <a:pt x="870" y="72"/>
                      <a:pt x="811" y="0"/>
                      <a:pt x="70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 name="Google Shape;9419;p60">
              <a:extLst>
                <a:ext uri="{FF2B5EF4-FFF2-40B4-BE49-F238E27FC236}">
                  <a16:creationId xmlns:a16="http://schemas.microsoft.com/office/drawing/2014/main" id="{309FD5ED-B1CC-1589-1826-C0BF40C4BBBB}"/>
                </a:ext>
              </a:extLst>
            </p:cNvPr>
            <p:cNvGrpSpPr/>
            <p:nvPr/>
          </p:nvGrpSpPr>
          <p:grpSpPr>
            <a:xfrm>
              <a:off x="1342749" y="3197644"/>
              <a:ext cx="1016439" cy="733321"/>
              <a:chOff x="4891198" y="2925108"/>
              <a:chExt cx="334634" cy="334634"/>
            </a:xfrm>
            <a:grpFill/>
          </p:grpSpPr>
          <p:sp>
            <p:nvSpPr>
              <p:cNvPr id="45" name="Google Shape;9420;p60">
                <a:extLst>
                  <a:ext uri="{FF2B5EF4-FFF2-40B4-BE49-F238E27FC236}">
                    <a16:creationId xmlns:a16="http://schemas.microsoft.com/office/drawing/2014/main" id="{532905B7-A0BD-D91F-E839-97A01B102BF1}"/>
                  </a:ext>
                </a:extLst>
              </p:cNvPr>
              <p:cNvSpPr/>
              <p:nvPr/>
            </p:nvSpPr>
            <p:spPr>
              <a:xfrm>
                <a:off x="5001830" y="2925108"/>
                <a:ext cx="113338" cy="150831"/>
              </a:xfrm>
              <a:custGeom>
                <a:avLst/>
                <a:gdLst/>
                <a:ahLst/>
                <a:cxnLst/>
                <a:rect l="l" t="t" r="r" b="b"/>
                <a:pathLst>
                  <a:path w="3561" h="4739" extrusionOk="0">
                    <a:moveTo>
                      <a:pt x="1822" y="333"/>
                    </a:moveTo>
                    <a:cubicBezTo>
                      <a:pt x="2251" y="333"/>
                      <a:pt x="2596" y="691"/>
                      <a:pt x="2596" y="1107"/>
                    </a:cubicBezTo>
                    <a:lnTo>
                      <a:pt x="2596" y="1214"/>
                    </a:lnTo>
                    <a:lnTo>
                      <a:pt x="2573" y="1214"/>
                    </a:lnTo>
                    <a:cubicBezTo>
                      <a:pt x="2358" y="1155"/>
                      <a:pt x="2275" y="857"/>
                      <a:pt x="2263" y="857"/>
                    </a:cubicBezTo>
                    <a:cubicBezTo>
                      <a:pt x="2251" y="798"/>
                      <a:pt x="2203" y="738"/>
                      <a:pt x="2132" y="738"/>
                    </a:cubicBezTo>
                    <a:cubicBezTo>
                      <a:pt x="2119" y="733"/>
                      <a:pt x="2105" y="731"/>
                      <a:pt x="2092" y="731"/>
                    </a:cubicBezTo>
                    <a:cubicBezTo>
                      <a:pt x="2043" y="731"/>
                      <a:pt x="1993" y="761"/>
                      <a:pt x="1965" y="798"/>
                    </a:cubicBezTo>
                    <a:cubicBezTo>
                      <a:pt x="1668" y="1214"/>
                      <a:pt x="1001" y="1214"/>
                      <a:pt x="1001" y="1214"/>
                    </a:cubicBezTo>
                    <a:lnTo>
                      <a:pt x="953" y="1214"/>
                    </a:lnTo>
                    <a:lnTo>
                      <a:pt x="965" y="1107"/>
                    </a:lnTo>
                    <a:cubicBezTo>
                      <a:pt x="965" y="679"/>
                      <a:pt x="1322" y="333"/>
                      <a:pt x="1739" y="333"/>
                    </a:cubicBezTo>
                    <a:close/>
                    <a:moveTo>
                      <a:pt x="2739" y="1655"/>
                    </a:moveTo>
                    <a:cubicBezTo>
                      <a:pt x="2775" y="1691"/>
                      <a:pt x="2775" y="1715"/>
                      <a:pt x="2775" y="1750"/>
                    </a:cubicBezTo>
                    <a:cubicBezTo>
                      <a:pt x="2775" y="1786"/>
                      <a:pt x="2751" y="1834"/>
                      <a:pt x="2703" y="1845"/>
                    </a:cubicBezTo>
                    <a:lnTo>
                      <a:pt x="2703" y="1655"/>
                    </a:lnTo>
                    <a:close/>
                    <a:moveTo>
                      <a:pt x="846" y="1667"/>
                    </a:moveTo>
                    <a:lnTo>
                      <a:pt x="846" y="1881"/>
                    </a:lnTo>
                    <a:cubicBezTo>
                      <a:pt x="822" y="1845"/>
                      <a:pt x="787" y="1822"/>
                      <a:pt x="787" y="1762"/>
                    </a:cubicBezTo>
                    <a:cubicBezTo>
                      <a:pt x="787" y="1715"/>
                      <a:pt x="810" y="1691"/>
                      <a:pt x="822" y="1667"/>
                    </a:cubicBezTo>
                    <a:close/>
                    <a:moveTo>
                      <a:pt x="2084" y="1179"/>
                    </a:moveTo>
                    <a:cubicBezTo>
                      <a:pt x="2144" y="1298"/>
                      <a:pt x="2251" y="1417"/>
                      <a:pt x="2394" y="1476"/>
                    </a:cubicBezTo>
                    <a:lnTo>
                      <a:pt x="2382" y="1953"/>
                    </a:lnTo>
                    <a:cubicBezTo>
                      <a:pt x="2382" y="2250"/>
                      <a:pt x="2144" y="2477"/>
                      <a:pt x="1858" y="2477"/>
                    </a:cubicBezTo>
                    <a:lnTo>
                      <a:pt x="1715" y="2477"/>
                    </a:lnTo>
                    <a:cubicBezTo>
                      <a:pt x="1418" y="2477"/>
                      <a:pt x="1191" y="2238"/>
                      <a:pt x="1191" y="1953"/>
                    </a:cubicBezTo>
                    <a:lnTo>
                      <a:pt x="1191" y="1524"/>
                    </a:lnTo>
                    <a:cubicBezTo>
                      <a:pt x="1406" y="1488"/>
                      <a:pt x="1787" y="1417"/>
                      <a:pt x="2084" y="1179"/>
                    </a:cubicBezTo>
                    <a:close/>
                    <a:moveTo>
                      <a:pt x="1965" y="2798"/>
                    </a:moveTo>
                    <a:lnTo>
                      <a:pt x="1965" y="2893"/>
                    </a:lnTo>
                    <a:lnTo>
                      <a:pt x="1787" y="3084"/>
                    </a:lnTo>
                    <a:lnTo>
                      <a:pt x="1608" y="2917"/>
                    </a:lnTo>
                    <a:lnTo>
                      <a:pt x="1608" y="2798"/>
                    </a:lnTo>
                    <a:close/>
                    <a:moveTo>
                      <a:pt x="1751" y="0"/>
                    </a:moveTo>
                    <a:cubicBezTo>
                      <a:pt x="1144" y="0"/>
                      <a:pt x="644" y="512"/>
                      <a:pt x="644" y="1119"/>
                    </a:cubicBezTo>
                    <a:lnTo>
                      <a:pt x="644" y="1417"/>
                    </a:lnTo>
                    <a:cubicBezTo>
                      <a:pt x="537" y="1512"/>
                      <a:pt x="465" y="1643"/>
                      <a:pt x="465" y="1774"/>
                    </a:cubicBezTo>
                    <a:cubicBezTo>
                      <a:pt x="465" y="2000"/>
                      <a:pt x="656" y="2203"/>
                      <a:pt x="894" y="2226"/>
                    </a:cubicBezTo>
                    <a:cubicBezTo>
                      <a:pt x="953" y="2429"/>
                      <a:pt x="1108" y="2596"/>
                      <a:pt x="1287" y="2703"/>
                    </a:cubicBezTo>
                    <a:lnTo>
                      <a:pt x="1287" y="2786"/>
                    </a:lnTo>
                    <a:lnTo>
                      <a:pt x="596" y="3060"/>
                    </a:lnTo>
                    <a:cubicBezTo>
                      <a:pt x="537" y="3084"/>
                      <a:pt x="1" y="3298"/>
                      <a:pt x="1" y="3965"/>
                    </a:cubicBezTo>
                    <a:lnTo>
                      <a:pt x="1" y="4560"/>
                    </a:lnTo>
                    <a:cubicBezTo>
                      <a:pt x="1" y="4643"/>
                      <a:pt x="72" y="4727"/>
                      <a:pt x="167" y="4727"/>
                    </a:cubicBezTo>
                    <a:lnTo>
                      <a:pt x="584" y="4727"/>
                    </a:lnTo>
                    <a:cubicBezTo>
                      <a:pt x="668" y="4727"/>
                      <a:pt x="739" y="4643"/>
                      <a:pt x="739" y="4560"/>
                    </a:cubicBezTo>
                    <a:cubicBezTo>
                      <a:pt x="739" y="4465"/>
                      <a:pt x="668" y="4393"/>
                      <a:pt x="584" y="4393"/>
                    </a:cubicBezTo>
                    <a:lnTo>
                      <a:pt x="322" y="4393"/>
                    </a:lnTo>
                    <a:lnTo>
                      <a:pt x="322" y="3965"/>
                    </a:lnTo>
                    <a:cubicBezTo>
                      <a:pt x="322" y="3500"/>
                      <a:pt x="691" y="3369"/>
                      <a:pt x="703" y="3369"/>
                    </a:cubicBezTo>
                    <a:lnTo>
                      <a:pt x="715" y="3369"/>
                    </a:lnTo>
                    <a:lnTo>
                      <a:pt x="1334" y="3131"/>
                    </a:lnTo>
                    <a:lnTo>
                      <a:pt x="1668" y="3453"/>
                    </a:lnTo>
                    <a:cubicBezTo>
                      <a:pt x="1703" y="3489"/>
                      <a:pt x="1739" y="3500"/>
                      <a:pt x="1787" y="3500"/>
                    </a:cubicBezTo>
                    <a:cubicBezTo>
                      <a:pt x="1834" y="3500"/>
                      <a:pt x="1870" y="3489"/>
                      <a:pt x="1906" y="3453"/>
                    </a:cubicBezTo>
                    <a:lnTo>
                      <a:pt x="2215" y="3131"/>
                    </a:lnTo>
                    <a:lnTo>
                      <a:pt x="2846" y="3381"/>
                    </a:lnTo>
                    <a:lnTo>
                      <a:pt x="2858" y="3381"/>
                    </a:lnTo>
                    <a:cubicBezTo>
                      <a:pt x="2858" y="3381"/>
                      <a:pt x="3227" y="3512"/>
                      <a:pt x="3227" y="3977"/>
                    </a:cubicBezTo>
                    <a:lnTo>
                      <a:pt x="3227" y="4405"/>
                    </a:lnTo>
                    <a:lnTo>
                      <a:pt x="1120" y="4405"/>
                    </a:lnTo>
                    <a:cubicBezTo>
                      <a:pt x="1025" y="4405"/>
                      <a:pt x="953" y="4489"/>
                      <a:pt x="953" y="4572"/>
                    </a:cubicBezTo>
                    <a:cubicBezTo>
                      <a:pt x="953" y="4667"/>
                      <a:pt x="1025" y="4739"/>
                      <a:pt x="1120" y="4739"/>
                    </a:cubicBezTo>
                    <a:lnTo>
                      <a:pt x="3394" y="4739"/>
                    </a:lnTo>
                    <a:cubicBezTo>
                      <a:pt x="3477" y="4739"/>
                      <a:pt x="3561" y="4667"/>
                      <a:pt x="3561" y="4572"/>
                    </a:cubicBezTo>
                    <a:lnTo>
                      <a:pt x="3561" y="3977"/>
                    </a:lnTo>
                    <a:cubicBezTo>
                      <a:pt x="3561" y="3310"/>
                      <a:pt x="3037" y="3084"/>
                      <a:pt x="2965" y="3072"/>
                    </a:cubicBezTo>
                    <a:lnTo>
                      <a:pt x="2311" y="2798"/>
                    </a:lnTo>
                    <a:lnTo>
                      <a:pt x="2311" y="2715"/>
                    </a:lnTo>
                    <a:cubicBezTo>
                      <a:pt x="2489" y="2607"/>
                      <a:pt x="2620" y="2441"/>
                      <a:pt x="2692" y="2238"/>
                    </a:cubicBezTo>
                    <a:cubicBezTo>
                      <a:pt x="2930" y="2226"/>
                      <a:pt x="3120" y="2012"/>
                      <a:pt x="3120" y="1774"/>
                    </a:cubicBezTo>
                    <a:cubicBezTo>
                      <a:pt x="3120" y="1631"/>
                      <a:pt x="3049" y="1488"/>
                      <a:pt x="2942" y="1417"/>
                    </a:cubicBezTo>
                    <a:lnTo>
                      <a:pt x="2942" y="1119"/>
                    </a:lnTo>
                    <a:cubicBezTo>
                      <a:pt x="2942" y="512"/>
                      <a:pt x="2442" y="0"/>
                      <a:pt x="183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9421;p60">
                <a:extLst>
                  <a:ext uri="{FF2B5EF4-FFF2-40B4-BE49-F238E27FC236}">
                    <a16:creationId xmlns:a16="http://schemas.microsoft.com/office/drawing/2014/main" id="{55DD12E4-3400-20EF-A7E0-29F18B08EBE2}"/>
                  </a:ext>
                </a:extLst>
              </p:cNvPr>
              <p:cNvSpPr/>
              <p:nvPr/>
            </p:nvSpPr>
            <p:spPr>
              <a:xfrm>
                <a:off x="5102628" y="2933033"/>
                <a:ext cx="98188" cy="76991"/>
              </a:xfrm>
              <a:custGeom>
                <a:avLst/>
                <a:gdLst/>
                <a:ahLst/>
                <a:cxnLst/>
                <a:rect l="l" t="t" r="r" b="b"/>
                <a:pathLst>
                  <a:path w="3085" h="2419" extrusionOk="0">
                    <a:moveTo>
                      <a:pt x="181" y="1"/>
                    </a:moveTo>
                    <a:cubicBezTo>
                      <a:pt x="116" y="1"/>
                      <a:pt x="55" y="44"/>
                      <a:pt x="37" y="108"/>
                    </a:cubicBezTo>
                    <a:cubicBezTo>
                      <a:pt x="1" y="192"/>
                      <a:pt x="48" y="287"/>
                      <a:pt x="132" y="323"/>
                    </a:cubicBezTo>
                    <a:cubicBezTo>
                      <a:pt x="1215" y="680"/>
                      <a:pt x="2132" y="1394"/>
                      <a:pt x="2751" y="2347"/>
                    </a:cubicBezTo>
                    <a:cubicBezTo>
                      <a:pt x="2787" y="2394"/>
                      <a:pt x="2846" y="2418"/>
                      <a:pt x="2894" y="2418"/>
                    </a:cubicBezTo>
                    <a:cubicBezTo>
                      <a:pt x="2918" y="2418"/>
                      <a:pt x="2954" y="2406"/>
                      <a:pt x="2977" y="2394"/>
                    </a:cubicBezTo>
                    <a:cubicBezTo>
                      <a:pt x="3049" y="2347"/>
                      <a:pt x="3085" y="2239"/>
                      <a:pt x="3025" y="2168"/>
                    </a:cubicBezTo>
                    <a:cubicBezTo>
                      <a:pt x="2370" y="1156"/>
                      <a:pt x="1382" y="382"/>
                      <a:pt x="239" y="13"/>
                    </a:cubicBezTo>
                    <a:cubicBezTo>
                      <a:pt x="220" y="5"/>
                      <a:pt x="200" y="1"/>
                      <a:pt x="18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9422;p60">
                <a:extLst>
                  <a:ext uri="{FF2B5EF4-FFF2-40B4-BE49-F238E27FC236}">
                    <a16:creationId xmlns:a16="http://schemas.microsoft.com/office/drawing/2014/main" id="{79DD981D-AAE3-0EAB-B307-08A945837296}"/>
                  </a:ext>
                </a:extLst>
              </p:cNvPr>
              <p:cNvSpPr/>
              <p:nvPr/>
            </p:nvSpPr>
            <p:spPr>
              <a:xfrm>
                <a:off x="4915832" y="2932492"/>
                <a:ext cx="98920" cy="77532"/>
              </a:xfrm>
              <a:custGeom>
                <a:avLst/>
                <a:gdLst/>
                <a:ahLst/>
                <a:cxnLst/>
                <a:rect l="l" t="t" r="r" b="b"/>
                <a:pathLst>
                  <a:path w="3108" h="2436" extrusionOk="0">
                    <a:moveTo>
                      <a:pt x="2914" y="0"/>
                    </a:moveTo>
                    <a:cubicBezTo>
                      <a:pt x="2899" y="0"/>
                      <a:pt x="2884" y="2"/>
                      <a:pt x="2869" y="6"/>
                    </a:cubicBezTo>
                    <a:cubicBezTo>
                      <a:pt x="1703" y="375"/>
                      <a:pt x="714" y="1161"/>
                      <a:pt x="36" y="2185"/>
                    </a:cubicBezTo>
                    <a:cubicBezTo>
                      <a:pt x="0" y="2256"/>
                      <a:pt x="24" y="2364"/>
                      <a:pt x="95" y="2411"/>
                    </a:cubicBezTo>
                    <a:cubicBezTo>
                      <a:pt x="131" y="2423"/>
                      <a:pt x="155" y="2435"/>
                      <a:pt x="191" y="2435"/>
                    </a:cubicBezTo>
                    <a:cubicBezTo>
                      <a:pt x="250" y="2435"/>
                      <a:pt x="298" y="2411"/>
                      <a:pt x="322" y="2364"/>
                    </a:cubicBezTo>
                    <a:cubicBezTo>
                      <a:pt x="953" y="1399"/>
                      <a:pt x="1881" y="685"/>
                      <a:pt x="2977" y="328"/>
                    </a:cubicBezTo>
                    <a:cubicBezTo>
                      <a:pt x="3060" y="292"/>
                      <a:pt x="3108" y="209"/>
                      <a:pt x="3072" y="113"/>
                    </a:cubicBezTo>
                    <a:cubicBezTo>
                      <a:pt x="3052" y="44"/>
                      <a:pt x="2984" y="0"/>
                      <a:pt x="291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9423;p60">
                <a:extLst>
                  <a:ext uri="{FF2B5EF4-FFF2-40B4-BE49-F238E27FC236}">
                    <a16:creationId xmlns:a16="http://schemas.microsoft.com/office/drawing/2014/main" id="{7554F206-2001-3303-FCF7-364E1F10F307}"/>
                  </a:ext>
                </a:extLst>
              </p:cNvPr>
              <p:cNvSpPr/>
              <p:nvPr/>
            </p:nvSpPr>
            <p:spPr>
              <a:xfrm>
                <a:off x="4915832" y="3174254"/>
                <a:ext cx="80746" cy="70689"/>
              </a:xfrm>
              <a:custGeom>
                <a:avLst/>
                <a:gdLst/>
                <a:ahLst/>
                <a:cxnLst/>
                <a:rect l="l" t="t" r="r" b="b"/>
                <a:pathLst>
                  <a:path w="2537" h="2221" extrusionOk="0">
                    <a:moveTo>
                      <a:pt x="185" y="0"/>
                    </a:moveTo>
                    <a:cubicBezTo>
                      <a:pt x="155" y="0"/>
                      <a:pt x="125" y="9"/>
                      <a:pt x="95" y="30"/>
                    </a:cubicBezTo>
                    <a:cubicBezTo>
                      <a:pt x="24" y="78"/>
                      <a:pt x="0" y="185"/>
                      <a:pt x="60" y="256"/>
                    </a:cubicBezTo>
                    <a:cubicBezTo>
                      <a:pt x="607" y="1102"/>
                      <a:pt x="1381" y="1780"/>
                      <a:pt x="2286" y="2209"/>
                    </a:cubicBezTo>
                    <a:cubicBezTo>
                      <a:pt x="2322" y="2221"/>
                      <a:pt x="2334" y="2221"/>
                      <a:pt x="2357" y="2221"/>
                    </a:cubicBezTo>
                    <a:cubicBezTo>
                      <a:pt x="2417" y="2221"/>
                      <a:pt x="2477" y="2197"/>
                      <a:pt x="2512" y="2138"/>
                    </a:cubicBezTo>
                    <a:cubicBezTo>
                      <a:pt x="2536" y="2030"/>
                      <a:pt x="2512" y="1923"/>
                      <a:pt x="2417" y="1899"/>
                    </a:cubicBezTo>
                    <a:cubicBezTo>
                      <a:pt x="1560" y="1495"/>
                      <a:pt x="845" y="864"/>
                      <a:pt x="322" y="78"/>
                    </a:cubicBezTo>
                    <a:cubicBezTo>
                      <a:pt x="291" y="31"/>
                      <a:pt x="240" y="0"/>
                      <a:pt x="18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9424;p60">
                <a:extLst>
                  <a:ext uri="{FF2B5EF4-FFF2-40B4-BE49-F238E27FC236}">
                    <a16:creationId xmlns:a16="http://schemas.microsoft.com/office/drawing/2014/main" id="{511D13DF-D803-8E33-57F0-45557872AE8E}"/>
                  </a:ext>
                </a:extLst>
              </p:cNvPr>
              <p:cNvSpPr/>
              <p:nvPr/>
            </p:nvSpPr>
            <p:spPr>
              <a:xfrm>
                <a:off x="5121215" y="3173936"/>
                <a:ext cx="79601" cy="69511"/>
              </a:xfrm>
              <a:custGeom>
                <a:avLst/>
                <a:gdLst/>
                <a:ahLst/>
                <a:cxnLst/>
                <a:rect l="l" t="t" r="r" b="b"/>
                <a:pathLst>
                  <a:path w="2501" h="2184" extrusionOk="0">
                    <a:moveTo>
                      <a:pt x="2301" y="0"/>
                    </a:moveTo>
                    <a:cubicBezTo>
                      <a:pt x="2250" y="0"/>
                      <a:pt x="2201" y="25"/>
                      <a:pt x="2179" y="76"/>
                    </a:cubicBezTo>
                    <a:cubicBezTo>
                      <a:pt x="1667" y="862"/>
                      <a:pt x="953" y="1481"/>
                      <a:pt x="119" y="1874"/>
                    </a:cubicBezTo>
                    <a:cubicBezTo>
                      <a:pt x="36" y="1921"/>
                      <a:pt x="0" y="2005"/>
                      <a:pt x="48" y="2100"/>
                    </a:cubicBezTo>
                    <a:cubicBezTo>
                      <a:pt x="72" y="2159"/>
                      <a:pt x="131" y="2183"/>
                      <a:pt x="191" y="2183"/>
                    </a:cubicBezTo>
                    <a:cubicBezTo>
                      <a:pt x="226" y="2183"/>
                      <a:pt x="238" y="2183"/>
                      <a:pt x="274" y="2171"/>
                    </a:cubicBezTo>
                    <a:cubicBezTo>
                      <a:pt x="1167" y="1755"/>
                      <a:pt x="1941" y="1088"/>
                      <a:pt x="2477" y="231"/>
                    </a:cubicBezTo>
                    <a:cubicBezTo>
                      <a:pt x="2501" y="183"/>
                      <a:pt x="2489" y="76"/>
                      <a:pt x="2393" y="28"/>
                    </a:cubicBezTo>
                    <a:cubicBezTo>
                      <a:pt x="2366" y="10"/>
                      <a:pt x="2333" y="0"/>
                      <a:pt x="230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9425;p60">
                <a:extLst>
                  <a:ext uri="{FF2B5EF4-FFF2-40B4-BE49-F238E27FC236}">
                    <a16:creationId xmlns:a16="http://schemas.microsoft.com/office/drawing/2014/main" id="{B9353A4F-4323-DC54-933A-F8EC56FEBFC4}"/>
                  </a:ext>
                </a:extLst>
              </p:cNvPr>
              <p:cNvSpPr/>
              <p:nvPr/>
            </p:nvSpPr>
            <p:spPr>
              <a:xfrm>
                <a:off x="4891198" y="3016803"/>
                <a:ext cx="112956" cy="150831"/>
              </a:xfrm>
              <a:custGeom>
                <a:avLst/>
                <a:gdLst/>
                <a:ahLst/>
                <a:cxnLst/>
                <a:rect l="l" t="t" r="r" b="b"/>
                <a:pathLst>
                  <a:path w="3549" h="4739" extrusionOk="0">
                    <a:moveTo>
                      <a:pt x="1822" y="322"/>
                    </a:moveTo>
                    <a:cubicBezTo>
                      <a:pt x="2262" y="322"/>
                      <a:pt x="2596" y="679"/>
                      <a:pt x="2596" y="1096"/>
                    </a:cubicBezTo>
                    <a:lnTo>
                      <a:pt x="2596" y="1203"/>
                    </a:lnTo>
                    <a:lnTo>
                      <a:pt x="2584" y="1203"/>
                    </a:lnTo>
                    <a:cubicBezTo>
                      <a:pt x="2358" y="1143"/>
                      <a:pt x="2286" y="846"/>
                      <a:pt x="2274" y="846"/>
                    </a:cubicBezTo>
                    <a:cubicBezTo>
                      <a:pt x="2262" y="786"/>
                      <a:pt x="2215" y="727"/>
                      <a:pt x="2143" y="727"/>
                    </a:cubicBezTo>
                    <a:cubicBezTo>
                      <a:pt x="2133" y="725"/>
                      <a:pt x="2122" y="724"/>
                      <a:pt x="2111" y="724"/>
                    </a:cubicBezTo>
                    <a:cubicBezTo>
                      <a:pt x="2057" y="724"/>
                      <a:pt x="1996" y="747"/>
                      <a:pt x="1977" y="786"/>
                    </a:cubicBezTo>
                    <a:cubicBezTo>
                      <a:pt x="1691" y="1203"/>
                      <a:pt x="1024" y="1203"/>
                      <a:pt x="1024" y="1203"/>
                    </a:cubicBezTo>
                    <a:lnTo>
                      <a:pt x="976" y="1203"/>
                    </a:lnTo>
                    <a:lnTo>
                      <a:pt x="976" y="1096"/>
                    </a:lnTo>
                    <a:cubicBezTo>
                      <a:pt x="976" y="667"/>
                      <a:pt x="1334" y="322"/>
                      <a:pt x="1750" y="322"/>
                    </a:cubicBezTo>
                    <a:close/>
                    <a:moveTo>
                      <a:pt x="2727" y="1667"/>
                    </a:moveTo>
                    <a:cubicBezTo>
                      <a:pt x="2762" y="1691"/>
                      <a:pt x="2762" y="1727"/>
                      <a:pt x="2762" y="1751"/>
                    </a:cubicBezTo>
                    <a:cubicBezTo>
                      <a:pt x="2762" y="1798"/>
                      <a:pt x="2750" y="1846"/>
                      <a:pt x="2703" y="1858"/>
                    </a:cubicBezTo>
                    <a:lnTo>
                      <a:pt x="2703" y="1667"/>
                    </a:lnTo>
                    <a:close/>
                    <a:moveTo>
                      <a:pt x="845" y="1667"/>
                    </a:moveTo>
                    <a:lnTo>
                      <a:pt x="845" y="1870"/>
                    </a:lnTo>
                    <a:cubicBezTo>
                      <a:pt x="810" y="1846"/>
                      <a:pt x="786" y="1810"/>
                      <a:pt x="786" y="1751"/>
                    </a:cubicBezTo>
                    <a:cubicBezTo>
                      <a:pt x="786" y="1727"/>
                      <a:pt x="798" y="1691"/>
                      <a:pt x="810" y="1667"/>
                    </a:cubicBezTo>
                    <a:close/>
                    <a:moveTo>
                      <a:pt x="2084" y="1203"/>
                    </a:moveTo>
                    <a:cubicBezTo>
                      <a:pt x="2143" y="1322"/>
                      <a:pt x="2239" y="1441"/>
                      <a:pt x="2393" y="1501"/>
                    </a:cubicBezTo>
                    <a:lnTo>
                      <a:pt x="2393" y="1977"/>
                    </a:lnTo>
                    <a:cubicBezTo>
                      <a:pt x="2393" y="2263"/>
                      <a:pt x="2155" y="2489"/>
                      <a:pt x="1858" y="2489"/>
                    </a:cubicBezTo>
                    <a:lnTo>
                      <a:pt x="1703" y="2489"/>
                    </a:lnTo>
                    <a:cubicBezTo>
                      <a:pt x="1405" y="2489"/>
                      <a:pt x="1191" y="2251"/>
                      <a:pt x="1191" y="1977"/>
                    </a:cubicBezTo>
                    <a:lnTo>
                      <a:pt x="1191" y="1548"/>
                    </a:lnTo>
                    <a:cubicBezTo>
                      <a:pt x="1393" y="1512"/>
                      <a:pt x="1786" y="1441"/>
                      <a:pt x="2084" y="1203"/>
                    </a:cubicBezTo>
                    <a:close/>
                    <a:moveTo>
                      <a:pt x="1965" y="2822"/>
                    </a:moveTo>
                    <a:lnTo>
                      <a:pt x="1965" y="2917"/>
                    </a:lnTo>
                    <a:lnTo>
                      <a:pt x="1786" y="3108"/>
                    </a:lnTo>
                    <a:lnTo>
                      <a:pt x="1607" y="2941"/>
                    </a:lnTo>
                    <a:lnTo>
                      <a:pt x="1607" y="2822"/>
                    </a:lnTo>
                    <a:close/>
                    <a:moveTo>
                      <a:pt x="1750" y="0"/>
                    </a:moveTo>
                    <a:cubicBezTo>
                      <a:pt x="1143" y="0"/>
                      <a:pt x="631" y="500"/>
                      <a:pt x="631" y="1108"/>
                    </a:cubicBezTo>
                    <a:lnTo>
                      <a:pt x="631" y="1405"/>
                    </a:lnTo>
                    <a:cubicBezTo>
                      <a:pt x="524" y="1501"/>
                      <a:pt x="453" y="1631"/>
                      <a:pt x="453" y="1762"/>
                    </a:cubicBezTo>
                    <a:cubicBezTo>
                      <a:pt x="453" y="2024"/>
                      <a:pt x="643" y="2215"/>
                      <a:pt x="893" y="2227"/>
                    </a:cubicBezTo>
                    <a:cubicBezTo>
                      <a:pt x="953" y="2441"/>
                      <a:pt x="1096" y="2596"/>
                      <a:pt x="1274" y="2703"/>
                    </a:cubicBezTo>
                    <a:lnTo>
                      <a:pt x="1274" y="2798"/>
                    </a:lnTo>
                    <a:lnTo>
                      <a:pt x="595" y="3060"/>
                    </a:lnTo>
                    <a:cubicBezTo>
                      <a:pt x="524" y="3096"/>
                      <a:pt x="0" y="3298"/>
                      <a:pt x="0" y="3965"/>
                    </a:cubicBezTo>
                    <a:lnTo>
                      <a:pt x="0" y="4560"/>
                    </a:lnTo>
                    <a:cubicBezTo>
                      <a:pt x="0" y="4656"/>
                      <a:pt x="72" y="4727"/>
                      <a:pt x="155" y="4727"/>
                    </a:cubicBezTo>
                    <a:lnTo>
                      <a:pt x="572" y="4727"/>
                    </a:lnTo>
                    <a:cubicBezTo>
                      <a:pt x="667" y="4727"/>
                      <a:pt x="738" y="4656"/>
                      <a:pt x="738" y="4560"/>
                    </a:cubicBezTo>
                    <a:cubicBezTo>
                      <a:pt x="738" y="4477"/>
                      <a:pt x="667" y="4406"/>
                      <a:pt x="572" y="4406"/>
                    </a:cubicBezTo>
                    <a:lnTo>
                      <a:pt x="322" y="4406"/>
                    </a:lnTo>
                    <a:lnTo>
                      <a:pt x="322" y="3965"/>
                    </a:lnTo>
                    <a:cubicBezTo>
                      <a:pt x="322" y="3513"/>
                      <a:pt x="679" y="3370"/>
                      <a:pt x="691" y="3370"/>
                    </a:cubicBezTo>
                    <a:lnTo>
                      <a:pt x="703" y="3370"/>
                    </a:lnTo>
                    <a:lnTo>
                      <a:pt x="1334" y="3132"/>
                    </a:lnTo>
                    <a:lnTo>
                      <a:pt x="1655" y="3465"/>
                    </a:lnTo>
                    <a:cubicBezTo>
                      <a:pt x="1691" y="3489"/>
                      <a:pt x="1738" y="3513"/>
                      <a:pt x="1774" y="3513"/>
                    </a:cubicBezTo>
                    <a:cubicBezTo>
                      <a:pt x="1822" y="3513"/>
                      <a:pt x="1869" y="3489"/>
                      <a:pt x="1893" y="3465"/>
                    </a:cubicBezTo>
                    <a:lnTo>
                      <a:pt x="2215" y="3132"/>
                    </a:lnTo>
                    <a:lnTo>
                      <a:pt x="2834" y="3394"/>
                    </a:lnTo>
                    <a:lnTo>
                      <a:pt x="2846" y="3394"/>
                    </a:lnTo>
                    <a:cubicBezTo>
                      <a:pt x="2870" y="3394"/>
                      <a:pt x="3227" y="3525"/>
                      <a:pt x="3227" y="3989"/>
                    </a:cubicBezTo>
                    <a:lnTo>
                      <a:pt x="3227" y="4418"/>
                    </a:lnTo>
                    <a:lnTo>
                      <a:pt x="1107" y="4418"/>
                    </a:lnTo>
                    <a:cubicBezTo>
                      <a:pt x="1024" y="4418"/>
                      <a:pt x="941" y="4489"/>
                      <a:pt x="941" y="4584"/>
                    </a:cubicBezTo>
                    <a:cubicBezTo>
                      <a:pt x="941" y="4668"/>
                      <a:pt x="1024" y="4739"/>
                      <a:pt x="1107" y="4739"/>
                    </a:cubicBezTo>
                    <a:lnTo>
                      <a:pt x="3382" y="4739"/>
                    </a:lnTo>
                    <a:cubicBezTo>
                      <a:pt x="3477" y="4727"/>
                      <a:pt x="3548" y="4656"/>
                      <a:pt x="3548" y="4560"/>
                    </a:cubicBezTo>
                    <a:lnTo>
                      <a:pt x="3548" y="3965"/>
                    </a:lnTo>
                    <a:cubicBezTo>
                      <a:pt x="3548" y="3298"/>
                      <a:pt x="3036" y="3072"/>
                      <a:pt x="2953" y="3060"/>
                    </a:cubicBezTo>
                    <a:lnTo>
                      <a:pt x="2298" y="2798"/>
                    </a:lnTo>
                    <a:lnTo>
                      <a:pt x="2298" y="2703"/>
                    </a:lnTo>
                    <a:cubicBezTo>
                      <a:pt x="2477" y="2596"/>
                      <a:pt x="2608" y="2441"/>
                      <a:pt x="2691" y="2227"/>
                    </a:cubicBezTo>
                    <a:cubicBezTo>
                      <a:pt x="2929" y="2215"/>
                      <a:pt x="3120" y="2001"/>
                      <a:pt x="3120" y="1762"/>
                    </a:cubicBezTo>
                    <a:cubicBezTo>
                      <a:pt x="3120" y="1620"/>
                      <a:pt x="3048" y="1489"/>
                      <a:pt x="2941" y="1405"/>
                    </a:cubicBezTo>
                    <a:lnTo>
                      <a:pt x="2941" y="1108"/>
                    </a:lnTo>
                    <a:cubicBezTo>
                      <a:pt x="2941" y="500"/>
                      <a:pt x="2429" y="0"/>
                      <a:pt x="182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9426;p60">
                <a:extLst>
                  <a:ext uri="{FF2B5EF4-FFF2-40B4-BE49-F238E27FC236}">
                    <a16:creationId xmlns:a16="http://schemas.microsoft.com/office/drawing/2014/main" id="{A05005B4-D596-AB9C-24ED-D3041ECB0110}"/>
                  </a:ext>
                </a:extLst>
              </p:cNvPr>
              <p:cNvSpPr/>
              <p:nvPr/>
            </p:nvSpPr>
            <p:spPr>
              <a:xfrm>
                <a:off x="5112876" y="3016803"/>
                <a:ext cx="112956" cy="150831"/>
              </a:xfrm>
              <a:custGeom>
                <a:avLst/>
                <a:gdLst/>
                <a:ahLst/>
                <a:cxnLst/>
                <a:rect l="l" t="t" r="r" b="b"/>
                <a:pathLst>
                  <a:path w="3549" h="4739" extrusionOk="0">
                    <a:moveTo>
                      <a:pt x="1822" y="322"/>
                    </a:moveTo>
                    <a:cubicBezTo>
                      <a:pt x="2262" y="322"/>
                      <a:pt x="2596" y="679"/>
                      <a:pt x="2596" y="1096"/>
                    </a:cubicBezTo>
                    <a:lnTo>
                      <a:pt x="2596" y="1203"/>
                    </a:lnTo>
                    <a:lnTo>
                      <a:pt x="2584" y="1203"/>
                    </a:lnTo>
                    <a:cubicBezTo>
                      <a:pt x="2358" y="1143"/>
                      <a:pt x="2286" y="846"/>
                      <a:pt x="2274" y="846"/>
                    </a:cubicBezTo>
                    <a:cubicBezTo>
                      <a:pt x="2262" y="786"/>
                      <a:pt x="2215" y="727"/>
                      <a:pt x="2143" y="727"/>
                    </a:cubicBezTo>
                    <a:cubicBezTo>
                      <a:pt x="2133" y="725"/>
                      <a:pt x="2122" y="724"/>
                      <a:pt x="2111" y="724"/>
                    </a:cubicBezTo>
                    <a:cubicBezTo>
                      <a:pt x="2057" y="724"/>
                      <a:pt x="1996" y="747"/>
                      <a:pt x="1977" y="786"/>
                    </a:cubicBezTo>
                    <a:cubicBezTo>
                      <a:pt x="1691" y="1203"/>
                      <a:pt x="1024" y="1203"/>
                      <a:pt x="1024" y="1203"/>
                    </a:cubicBezTo>
                    <a:lnTo>
                      <a:pt x="977" y="1203"/>
                    </a:lnTo>
                    <a:lnTo>
                      <a:pt x="977" y="1096"/>
                    </a:lnTo>
                    <a:cubicBezTo>
                      <a:pt x="977" y="667"/>
                      <a:pt x="1334" y="322"/>
                      <a:pt x="1751" y="322"/>
                    </a:cubicBezTo>
                    <a:close/>
                    <a:moveTo>
                      <a:pt x="2727" y="1667"/>
                    </a:moveTo>
                    <a:cubicBezTo>
                      <a:pt x="2763" y="1691"/>
                      <a:pt x="2763" y="1727"/>
                      <a:pt x="2763" y="1751"/>
                    </a:cubicBezTo>
                    <a:cubicBezTo>
                      <a:pt x="2763" y="1798"/>
                      <a:pt x="2751" y="1846"/>
                      <a:pt x="2703" y="1858"/>
                    </a:cubicBezTo>
                    <a:lnTo>
                      <a:pt x="2703" y="1667"/>
                    </a:lnTo>
                    <a:close/>
                    <a:moveTo>
                      <a:pt x="858" y="1667"/>
                    </a:moveTo>
                    <a:lnTo>
                      <a:pt x="858" y="1870"/>
                    </a:lnTo>
                    <a:cubicBezTo>
                      <a:pt x="822" y="1846"/>
                      <a:pt x="798" y="1810"/>
                      <a:pt x="798" y="1751"/>
                    </a:cubicBezTo>
                    <a:cubicBezTo>
                      <a:pt x="798" y="1727"/>
                      <a:pt x="810" y="1691"/>
                      <a:pt x="822" y="1667"/>
                    </a:cubicBezTo>
                    <a:close/>
                    <a:moveTo>
                      <a:pt x="2084" y="1203"/>
                    </a:moveTo>
                    <a:cubicBezTo>
                      <a:pt x="2143" y="1322"/>
                      <a:pt x="2239" y="1441"/>
                      <a:pt x="2393" y="1501"/>
                    </a:cubicBezTo>
                    <a:lnTo>
                      <a:pt x="2393" y="1977"/>
                    </a:lnTo>
                    <a:cubicBezTo>
                      <a:pt x="2393" y="2263"/>
                      <a:pt x="2155" y="2489"/>
                      <a:pt x="1858" y="2489"/>
                    </a:cubicBezTo>
                    <a:lnTo>
                      <a:pt x="1703" y="2489"/>
                    </a:lnTo>
                    <a:cubicBezTo>
                      <a:pt x="1405" y="2489"/>
                      <a:pt x="1191" y="2251"/>
                      <a:pt x="1191" y="1977"/>
                    </a:cubicBezTo>
                    <a:lnTo>
                      <a:pt x="1191" y="1548"/>
                    </a:lnTo>
                    <a:cubicBezTo>
                      <a:pt x="1393" y="1512"/>
                      <a:pt x="1786" y="1441"/>
                      <a:pt x="2084" y="1203"/>
                    </a:cubicBezTo>
                    <a:close/>
                    <a:moveTo>
                      <a:pt x="1965" y="2822"/>
                    </a:moveTo>
                    <a:lnTo>
                      <a:pt x="1965" y="2917"/>
                    </a:lnTo>
                    <a:lnTo>
                      <a:pt x="1786" y="3108"/>
                    </a:lnTo>
                    <a:lnTo>
                      <a:pt x="1596" y="2941"/>
                    </a:lnTo>
                    <a:lnTo>
                      <a:pt x="1596" y="2822"/>
                    </a:lnTo>
                    <a:close/>
                    <a:moveTo>
                      <a:pt x="1751" y="0"/>
                    </a:moveTo>
                    <a:cubicBezTo>
                      <a:pt x="1143" y="0"/>
                      <a:pt x="631" y="500"/>
                      <a:pt x="631" y="1108"/>
                    </a:cubicBezTo>
                    <a:lnTo>
                      <a:pt x="631" y="1405"/>
                    </a:lnTo>
                    <a:cubicBezTo>
                      <a:pt x="524" y="1501"/>
                      <a:pt x="453" y="1631"/>
                      <a:pt x="453" y="1762"/>
                    </a:cubicBezTo>
                    <a:cubicBezTo>
                      <a:pt x="453" y="2024"/>
                      <a:pt x="643" y="2215"/>
                      <a:pt x="893" y="2227"/>
                    </a:cubicBezTo>
                    <a:cubicBezTo>
                      <a:pt x="953" y="2441"/>
                      <a:pt x="1096" y="2596"/>
                      <a:pt x="1274" y="2703"/>
                    </a:cubicBezTo>
                    <a:lnTo>
                      <a:pt x="1274" y="2798"/>
                    </a:lnTo>
                    <a:lnTo>
                      <a:pt x="596" y="3060"/>
                    </a:lnTo>
                    <a:cubicBezTo>
                      <a:pt x="524" y="3096"/>
                      <a:pt x="0" y="3298"/>
                      <a:pt x="0" y="3965"/>
                    </a:cubicBezTo>
                    <a:lnTo>
                      <a:pt x="0" y="4560"/>
                    </a:lnTo>
                    <a:cubicBezTo>
                      <a:pt x="0" y="4656"/>
                      <a:pt x="72" y="4727"/>
                      <a:pt x="155" y="4727"/>
                    </a:cubicBezTo>
                    <a:lnTo>
                      <a:pt x="572" y="4727"/>
                    </a:lnTo>
                    <a:cubicBezTo>
                      <a:pt x="667" y="4727"/>
                      <a:pt x="738" y="4656"/>
                      <a:pt x="738" y="4560"/>
                    </a:cubicBezTo>
                    <a:cubicBezTo>
                      <a:pt x="738" y="4477"/>
                      <a:pt x="667" y="4406"/>
                      <a:pt x="572" y="4406"/>
                    </a:cubicBezTo>
                    <a:lnTo>
                      <a:pt x="322" y="4406"/>
                    </a:lnTo>
                    <a:lnTo>
                      <a:pt x="322" y="3965"/>
                    </a:lnTo>
                    <a:cubicBezTo>
                      <a:pt x="322" y="3513"/>
                      <a:pt x="679" y="3370"/>
                      <a:pt x="691" y="3370"/>
                    </a:cubicBezTo>
                    <a:lnTo>
                      <a:pt x="703" y="3370"/>
                    </a:lnTo>
                    <a:lnTo>
                      <a:pt x="1334" y="3132"/>
                    </a:lnTo>
                    <a:lnTo>
                      <a:pt x="1655" y="3465"/>
                    </a:lnTo>
                    <a:cubicBezTo>
                      <a:pt x="1691" y="3489"/>
                      <a:pt x="1739" y="3513"/>
                      <a:pt x="1774" y="3513"/>
                    </a:cubicBezTo>
                    <a:cubicBezTo>
                      <a:pt x="1822" y="3513"/>
                      <a:pt x="1870" y="3489"/>
                      <a:pt x="1893" y="3465"/>
                    </a:cubicBezTo>
                    <a:lnTo>
                      <a:pt x="2215" y="3132"/>
                    </a:lnTo>
                    <a:lnTo>
                      <a:pt x="2834" y="3394"/>
                    </a:lnTo>
                    <a:lnTo>
                      <a:pt x="2846" y="3394"/>
                    </a:lnTo>
                    <a:cubicBezTo>
                      <a:pt x="2870" y="3394"/>
                      <a:pt x="3227" y="3525"/>
                      <a:pt x="3227" y="3989"/>
                    </a:cubicBezTo>
                    <a:lnTo>
                      <a:pt x="3227" y="4418"/>
                    </a:lnTo>
                    <a:lnTo>
                      <a:pt x="1108" y="4418"/>
                    </a:lnTo>
                    <a:cubicBezTo>
                      <a:pt x="1024" y="4418"/>
                      <a:pt x="941" y="4489"/>
                      <a:pt x="941" y="4584"/>
                    </a:cubicBezTo>
                    <a:cubicBezTo>
                      <a:pt x="941" y="4668"/>
                      <a:pt x="1024" y="4739"/>
                      <a:pt x="1108" y="4739"/>
                    </a:cubicBezTo>
                    <a:lnTo>
                      <a:pt x="3382" y="4739"/>
                    </a:lnTo>
                    <a:cubicBezTo>
                      <a:pt x="3477" y="4739"/>
                      <a:pt x="3548" y="4668"/>
                      <a:pt x="3548" y="4584"/>
                    </a:cubicBezTo>
                    <a:lnTo>
                      <a:pt x="3548" y="3989"/>
                    </a:lnTo>
                    <a:cubicBezTo>
                      <a:pt x="3548" y="3298"/>
                      <a:pt x="3013" y="3084"/>
                      <a:pt x="2953" y="3060"/>
                    </a:cubicBezTo>
                    <a:lnTo>
                      <a:pt x="2298" y="2798"/>
                    </a:lnTo>
                    <a:lnTo>
                      <a:pt x="2298" y="2703"/>
                    </a:lnTo>
                    <a:cubicBezTo>
                      <a:pt x="2477" y="2596"/>
                      <a:pt x="2608" y="2441"/>
                      <a:pt x="2691" y="2227"/>
                    </a:cubicBezTo>
                    <a:cubicBezTo>
                      <a:pt x="2929" y="2215"/>
                      <a:pt x="3120" y="2001"/>
                      <a:pt x="3120" y="1762"/>
                    </a:cubicBezTo>
                    <a:cubicBezTo>
                      <a:pt x="3120" y="1620"/>
                      <a:pt x="3048" y="1489"/>
                      <a:pt x="2941" y="1405"/>
                    </a:cubicBezTo>
                    <a:lnTo>
                      <a:pt x="2941" y="1108"/>
                    </a:lnTo>
                    <a:cubicBezTo>
                      <a:pt x="2941" y="500"/>
                      <a:pt x="2429" y="0"/>
                      <a:pt x="182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9427;p60">
                <a:extLst>
                  <a:ext uri="{FF2B5EF4-FFF2-40B4-BE49-F238E27FC236}">
                    <a16:creationId xmlns:a16="http://schemas.microsoft.com/office/drawing/2014/main" id="{6DFCB0A5-BA8D-32AC-719D-BF4304E78DE0}"/>
                  </a:ext>
                </a:extLst>
              </p:cNvPr>
              <p:cNvSpPr/>
              <p:nvPr/>
            </p:nvSpPr>
            <p:spPr>
              <a:xfrm>
                <a:off x="5001448" y="3108498"/>
                <a:ext cx="113338" cy="151244"/>
              </a:xfrm>
              <a:custGeom>
                <a:avLst/>
                <a:gdLst/>
                <a:ahLst/>
                <a:cxnLst/>
                <a:rect l="l" t="t" r="r" b="b"/>
                <a:pathLst>
                  <a:path w="3561" h="4752" extrusionOk="0">
                    <a:moveTo>
                      <a:pt x="1811" y="322"/>
                    </a:moveTo>
                    <a:cubicBezTo>
                      <a:pt x="2251" y="322"/>
                      <a:pt x="2585" y="679"/>
                      <a:pt x="2585" y="1096"/>
                    </a:cubicBezTo>
                    <a:lnTo>
                      <a:pt x="2585" y="1203"/>
                    </a:lnTo>
                    <a:lnTo>
                      <a:pt x="2573" y="1203"/>
                    </a:lnTo>
                    <a:cubicBezTo>
                      <a:pt x="2346" y="1144"/>
                      <a:pt x="2275" y="846"/>
                      <a:pt x="2263" y="846"/>
                    </a:cubicBezTo>
                    <a:cubicBezTo>
                      <a:pt x="2251" y="786"/>
                      <a:pt x="2204" y="727"/>
                      <a:pt x="2132" y="727"/>
                    </a:cubicBezTo>
                    <a:cubicBezTo>
                      <a:pt x="2124" y="725"/>
                      <a:pt x="2116" y="725"/>
                      <a:pt x="2107" y="725"/>
                    </a:cubicBezTo>
                    <a:cubicBezTo>
                      <a:pt x="2051" y="725"/>
                      <a:pt x="1986" y="756"/>
                      <a:pt x="1965" y="786"/>
                    </a:cubicBezTo>
                    <a:cubicBezTo>
                      <a:pt x="1692" y="1203"/>
                      <a:pt x="1037" y="1203"/>
                      <a:pt x="1025" y="1203"/>
                    </a:cubicBezTo>
                    <a:lnTo>
                      <a:pt x="965" y="1203"/>
                    </a:lnTo>
                    <a:lnTo>
                      <a:pt x="965" y="1096"/>
                    </a:lnTo>
                    <a:cubicBezTo>
                      <a:pt x="965" y="667"/>
                      <a:pt x="1322" y="322"/>
                      <a:pt x="1739" y="322"/>
                    </a:cubicBezTo>
                    <a:close/>
                    <a:moveTo>
                      <a:pt x="2751" y="1668"/>
                    </a:moveTo>
                    <a:cubicBezTo>
                      <a:pt x="2787" y="1703"/>
                      <a:pt x="2787" y="1727"/>
                      <a:pt x="2787" y="1763"/>
                    </a:cubicBezTo>
                    <a:cubicBezTo>
                      <a:pt x="2787" y="1798"/>
                      <a:pt x="2763" y="1846"/>
                      <a:pt x="2715" y="1858"/>
                    </a:cubicBezTo>
                    <a:lnTo>
                      <a:pt x="2715" y="1668"/>
                    </a:lnTo>
                    <a:close/>
                    <a:moveTo>
                      <a:pt x="858" y="1679"/>
                    </a:moveTo>
                    <a:lnTo>
                      <a:pt x="858" y="1894"/>
                    </a:lnTo>
                    <a:cubicBezTo>
                      <a:pt x="834" y="1858"/>
                      <a:pt x="799" y="1834"/>
                      <a:pt x="799" y="1775"/>
                    </a:cubicBezTo>
                    <a:cubicBezTo>
                      <a:pt x="799" y="1739"/>
                      <a:pt x="810" y="1715"/>
                      <a:pt x="834" y="1679"/>
                    </a:cubicBezTo>
                    <a:close/>
                    <a:moveTo>
                      <a:pt x="2096" y="1203"/>
                    </a:moveTo>
                    <a:cubicBezTo>
                      <a:pt x="2156" y="1322"/>
                      <a:pt x="2263" y="1441"/>
                      <a:pt x="2406" y="1501"/>
                    </a:cubicBezTo>
                    <a:lnTo>
                      <a:pt x="2406" y="1977"/>
                    </a:lnTo>
                    <a:cubicBezTo>
                      <a:pt x="2394" y="2263"/>
                      <a:pt x="2156" y="2501"/>
                      <a:pt x="1870" y="2501"/>
                    </a:cubicBezTo>
                    <a:lnTo>
                      <a:pt x="1727" y="2501"/>
                    </a:lnTo>
                    <a:cubicBezTo>
                      <a:pt x="1430" y="2501"/>
                      <a:pt x="1203" y="2263"/>
                      <a:pt x="1203" y="1977"/>
                    </a:cubicBezTo>
                    <a:lnTo>
                      <a:pt x="1203" y="1548"/>
                    </a:lnTo>
                    <a:cubicBezTo>
                      <a:pt x="1418" y="1525"/>
                      <a:pt x="1799" y="1441"/>
                      <a:pt x="2096" y="1203"/>
                    </a:cubicBezTo>
                    <a:close/>
                    <a:moveTo>
                      <a:pt x="1977" y="2834"/>
                    </a:moveTo>
                    <a:lnTo>
                      <a:pt x="1977" y="2918"/>
                    </a:lnTo>
                    <a:lnTo>
                      <a:pt x="1799" y="3108"/>
                    </a:lnTo>
                    <a:lnTo>
                      <a:pt x="1620" y="2941"/>
                    </a:lnTo>
                    <a:lnTo>
                      <a:pt x="1620" y="2834"/>
                    </a:lnTo>
                    <a:close/>
                    <a:moveTo>
                      <a:pt x="1751" y="1"/>
                    </a:moveTo>
                    <a:cubicBezTo>
                      <a:pt x="1144" y="1"/>
                      <a:pt x="632" y="501"/>
                      <a:pt x="632" y="1120"/>
                    </a:cubicBezTo>
                    <a:lnTo>
                      <a:pt x="632" y="1417"/>
                    </a:lnTo>
                    <a:cubicBezTo>
                      <a:pt x="537" y="1501"/>
                      <a:pt x="453" y="1644"/>
                      <a:pt x="453" y="1775"/>
                    </a:cubicBezTo>
                    <a:cubicBezTo>
                      <a:pt x="453" y="2025"/>
                      <a:pt x="656" y="2215"/>
                      <a:pt x="894" y="2239"/>
                    </a:cubicBezTo>
                    <a:cubicBezTo>
                      <a:pt x="953" y="2441"/>
                      <a:pt x="1096" y="2608"/>
                      <a:pt x="1275" y="2715"/>
                    </a:cubicBezTo>
                    <a:lnTo>
                      <a:pt x="1275" y="2799"/>
                    </a:lnTo>
                    <a:lnTo>
                      <a:pt x="596" y="3072"/>
                    </a:lnTo>
                    <a:cubicBezTo>
                      <a:pt x="537" y="3096"/>
                      <a:pt x="1" y="3311"/>
                      <a:pt x="1" y="3977"/>
                    </a:cubicBezTo>
                    <a:lnTo>
                      <a:pt x="1" y="4573"/>
                    </a:lnTo>
                    <a:cubicBezTo>
                      <a:pt x="1" y="4656"/>
                      <a:pt x="72" y="4739"/>
                      <a:pt x="156" y="4739"/>
                    </a:cubicBezTo>
                    <a:lnTo>
                      <a:pt x="572" y="4739"/>
                    </a:lnTo>
                    <a:cubicBezTo>
                      <a:pt x="668" y="4739"/>
                      <a:pt x="739" y="4656"/>
                      <a:pt x="739" y="4573"/>
                    </a:cubicBezTo>
                    <a:cubicBezTo>
                      <a:pt x="739" y="4477"/>
                      <a:pt x="668" y="4406"/>
                      <a:pt x="572" y="4406"/>
                    </a:cubicBezTo>
                    <a:lnTo>
                      <a:pt x="322" y="4406"/>
                    </a:lnTo>
                    <a:lnTo>
                      <a:pt x="322" y="3977"/>
                    </a:lnTo>
                    <a:cubicBezTo>
                      <a:pt x="322" y="3513"/>
                      <a:pt x="680" y="3382"/>
                      <a:pt x="691" y="3382"/>
                    </a:cubicBezTo>
                    <a:lnTo>
                      <a:pt x="715" y="3382"/>
                    </a:lnTo>
                    <a:lnTo>
                      <a:pt x="1334" y="3144"/>
                    </a:lnTo>
                    <a:lnTo>
                      <a:pt x="1668" y="3465"/>
                    </a:lnTo>
                    <a:cubicBezTo>
                      <a:pt x="1692" y="3501"/>
                      <a:pt x="1739" y="3513"/>
                      <a:pt x="1787" y="3513"/>
                    </a:cubicBezTo>
                    <a:cubicBezTo>
                      <a:pt x="1823" y="3513"/>
                      <a:pt x="1870" y="3501"/>
                      <a:pt x="1906" y="3465"/>
                    </a:cubicBezTo>
                    <a:lnTo>
                      <a:pt x="2215" y="3144"/>
                    </a:lnTo>
                    <a:lnTo>
                      <a:pt x="2835" y="3394"/>
                    </a:lnTo>
                    <a:lnTo>
                      <a:pt x="2858" y="3394"/>
                    </a:lnTo>
                    <a:cubicBezTo>
                      <a:pt x="2870" y="3394"/>
                      <a:pt x="3227" y="3525"/>
                      <a:pt x="3227" y="3989"/>
                    </a:cubicBezTo>
                    <a:lnTo>
                      <a:pt x="3227" y="4418"/>
                    </a:lnTo>
                    <a:lnTo>
                      <a:pt x="1108" y="4418"/>
                    </a:lnTo>
                    <a:cubicBezTo>
                      <a:pt x="1025" y="4418"/>
                      <a:pt x="953" y="4501"/>
                      <a:pt x="953" y="4585"/>
                    </a:cubicBezTo>
                    <a:cubicBezTo>
                      <a:pt x="953" y="4680"/>
                      <a:pt x="1025" y="4751"/>
                      <a:pt x="1108" y="4751"/>
                    </a:cubicBezTo>
                    <a:lnTo>
                      <a:pt x="3394" y="4751"/>
                    </a:lnTo>
                    <a:cubicBezTo>
                      <a:pt x="3477" y="4751"/>
                      <a:pt x="3549" y="4680"/>
                      <a:pt x="3549" y="4585"/>
                    </a:cubicBezTo>
                    <a:lnTo>
                      <a:pt x="3549" y="3989"/>
                    </a:lnTo>
                    <a:cubicBezTo>
                      <a:pt x="3561" y="3311"/>
                      <a:pt x="3037" y="3096"/>
                      <a:pt x="2966" y="3072"/>
                    </a:cubicBezTo>
                    <a:lnTo>
                      <a:pt x="2311" y="2799"/>
                    </a:lnTo>
                    <a:lnTo>
                      <a:pt x="2311" y="2715"/>
                    </a:lnTo>
                    <a:cubicBezTo>
                      <a:pt x="2489" y="2608"/>
                      <a:pt x="2620" y="2441"/>
                      <a:pt x="2692" y="2239"/>
                    </a:cubicBezTo>
                    <a:cubicBezTo>
                      <a:pt x="2930" y="2215"/>
                      <a:pt x="3120" y="2013"/>
                      <a:pt x="3120" y="1775"/>
                    </a:cubicBezTo>
                    <a:cubicBezTo>
                      <a:pt x="3120" y="1620"/>
                      <a:pt x="3049" y="1489"/>
                      <a:pt x="2942" y="1417"/>
                    </a:cubicBezTo>
                    <a:lnTo>
                      <a:pt x="2942" y="1120"/>
                    </a:lnTo>
                    <a:cubicBezTo>
                      <a:pt x="2942" y="501"/>
                      <a:pt x="2442" y="1"/>
                      <a:pt x="182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 name="Ruban : incliné vers le bas 1">
            <a:extLst>
              <a:ext uri="{FF2B5EF4-FFF2-40B4-BE49-F238E27FC236}">
                <a16:creationId xmlns:a16="http://schemas.microsoft.com/office/drawing/2014/main" id="{DA0FF6C8-F3E8-F5B4-91CD-1CA06E84C913}"/>
              </a:ext>
            </a:extLst>
          </p:cNvPr>
          <p:cNvSpPr/>
          <p:nvPr/>
        </p:nvSpPr>
        <p:spPr>
          <a:xfrm>
            <a:off x="2329985" y="554690"/>
            <a:ext cx="4484030" cy="163387"/>
          </a:xfrm>
          <a:prstGeom prst="ribbon">
            <a:avLst/>
          </a:prstGeom>
          <a:solidFill>
            <a:srgbClr val="00206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rgbClr val="002060"/>
              </a:solidFill>
            </a:endParaRPr>
          </a:p>
        </p:txBody>
      </p:sp>
      <p:sp>
        <p:nvSpPr>
          <p:cNvPr id="17" name="ZoneTexte 16">
            <a:extLst>
              <a:ext uri="{FF2B5EF4-FFF2-40B4-BE49-F238E27FC236}">
                <a16:creationId xmlns:a16="http://schemas.microsoft.com/office/drawing/2014/main" id="{BE72B260-C94E-B722-5E28-56DCD928F530}"/>
              </a:ext>
            </a:extLst>
          </p:cNvPr>
          <p:cNvSpPr txBox="1"/>
          <p:nvPr/>
        </p:nvSpPr>
        <p:spPr>
          <a:xfrm>
            <a:off x="2064903" y="3501800"/>
            <a:ext cx="6781579" cy="461665"/>
          </a:xfrm>
          <a:prstGeom prst="rect">
            <a:avLst/>
          </a:prstGeom>
          <a:noFill/>
        </p:spPr>
        <p:txBody>
          <a:bodyPr wrap="square" rtlCol="0">
            <a:spAutoFit/>
          </a:bodyPr>
          <a:lstStyle/>
          <a:p>
            <a:pPr marL="171450" indent="-171450">
              <a:buFont typeface="Wingdings" panose="05000000000000000000" pitchFamily="2" charset="2"/>
              <a:buChar char="v"/>
            </a:pPr>
            <a:r>
              <a:rPr lang="fr-FR" sz="1200" dirty="0">
                <a:latin typeface="Times New Roman" panose="02020603050405020304" pitchFamily="18" charset="0"/>
                <a:cs typeface="Times New Roman" panose="02020603050405020304" pitchFamily="18" charset="0"/>
              </a:rPr>
              <a:t>Optimisation des coûts : grâce à la connaissance de vos ressources internes, </a:t>
            </a:r>
            <a:r>
              <a:rPr lang="fr-FR" sz="1200">
                <a:latin typeface="Times New Roman" panose="02020603050405020304" pitchFamily="18" charset="0"/>
                <a:cs typeface="Times New Roman" panose="02020603050405020304" pitchFamily="18" charset="0"/>
              </a:rPr>
              <a:t>nous proposons </a:t>
            </a:r>
            <a:r>
              <a:rPr lang="fr-FR" sz="1200" dirty="0">
                <a:latin typeface="Times New Roman" panose="02020603050405020304" pitchFamily="18" charset="0"/>
                <a:cs typeface="Times New Roman" panose="02020603050405020304" pitchFamily="18" charset="0"/>
              </a:rPr>
              <a:t>des solutions sur mesure permettant de réduire les dépenses et d’optimiser la performance de l’entreprise.</a:t>
            </a:r>
          </a:p>
        </p:txBody>
      </p:sp>
      <p:sp>
        <p:nvSpPr>
          <p:cNvPr id="21" name="ZoneTexte 20">
            <a:extLst>
              <a:ext uri="{FF2B5EF4-FFF2-40B4-BE49-F238E27FC236}">
                <a16:creationId xmlns:a16="http://schemas.microsoft.com/office/drawing/2014/main" id="{7C1C9FEE-B082-9121-2087-6F54E54E419E}"/>
              </a:ext>
            </a:extLst>
          </p:cNvPr>
          <p:cNvSpPr txBox="1"/>
          <p:nvPr/>
        </p:nvSpPr>
        <p:spPr>
          <a:xfrm>
            <a:off x="2549276" y="4243962"/>
            <a:ext cx="6324758" cy="461665"/>
          </a:xfrm>
          <a:prstGeom prst="rect">
            <a:avLst/>
          </a:prstGeom>
          <a:noFill/>
        </p:spPr>
        <p:txBody>
          <a:bodyPr wrap="square">
            <a:spAutoFit/>
          </a:bodyPr>
          <a:lstStyle/>
          <a:p>
            <a:pPr marL="171450" indent="-171450">
              <a:buFont typeface="Wingdings" panose="05000000000000000000" pitchFamily="2" charset="2"/>
              <a:buChar char="v"/>
            </a:pPr>
            <a:r>
              <a:rPr lang="fr-FR" sz="1200" dirty="0">
                <a:latin typeface="Times New Roman" panose="02020603050405020304" pitchFamily="18" charset="0"/>
                <a:cs typeface="Times New Roman" panose="02020603050405020304" pitchFamily="18" charset="0"/>
              </a:rPr>
              <a:t>Des services adaptés à vos besoins particuliers pour améliorer la performance et la productivité de l’entreprise.</a:t>
            </a:r>
          </a:p>
        </p:txBody>
      </p:sp>
      <p:pic>
        <p:nvPicPr>
          <p:cNvPr id="5127" name="Picture 7">
            <a:extLst>
              <a:ext uri="{FF2B5EF4-FFF2-40B4-BE49-F238E27FC236}">
                <a16:creationId xmlns:a16="http://schemas.microsoft.com/office/drawing/2014/main" id="{4DFFC40C-BAD9-2C1B-79FB-7B5ACC711D4E}"/>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84000"/>
                    </a14:imgEffect>
                    <a14:imgEffect>
                      <a14:brightnessContrast bright="-10000" contrast="20000"/>
                    </a14:imgEffect>
                  </a14:imgLayer>
                </a14:imgProps>
              </a:ext>
              <a:ext uri="{28A0092B-C50C-407E-A947-70E740481C1C}">
                <a14:useLocalDpi xmlns:a14="http://schemas.microsoft.com/office/drawing/2010/main" val="0"/>
              </a:ext>
            </a:extLst>
          </a:blip>
          <a:srcRect/>
          <a:stretch>
            <a:fillRect/>
          </a:stretch>
        </p:blipFill>
        <p:spPr bwMode="auto">
          <a:xfrm>
            <a:off x="444715" y="3140776"/>
            <a:ext cx="1249700" cy="1249700"/>
          </a:xfrm>
          <a:prstGeom prst="ellipse">
            <a:avLst/>
          </a:prstGeom>
          <a:solidFill>
            <a:srgbClr val="FF0000"/>
          </a:solidFill>
          <a:ln>
            <a:noFill/>
          </a:ln>
          <a:effectLst>
            <a:softEdge rad="112500"/>
          </a:effectLst>
        </p:spPr>
      </p:pic>
      <p:pic>
        <p:nvPicPr>
          <p:cNvPr id="5133" name="Picture 13">
            <a:extLst>
              <a:ext uri="{FF2B5EF4-FFF2-40B4-BE49-F238E27FC236}">
                <a16:creationId xmlns:a16="http://schemas.microsoft.com/office/drawing/2014/main" id="{EFBA3441-68F9-3F6C-7959-99C9CC9805AB}"/>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brightnessContrast bright="-3000" contrast="-40000"/>
                    </a14:imgEffect>
                  </a14:imgLayer>
                </a14:imgProps>
              </a:ext>
              <a:ext uri="{28A0092B-C50C-407E-A947-70E740481C1C}">
                <a14:useLocalDpi xmlns:a14="http://schemas.microsoft.com/office/drawing/2010/main" val="0"/>
              </a:ext>
            </a:extLst>
          </a:blip>
          <a:srcRect b="21252"/>
          <a:stretch>
            <a:fillRect/>
          </a:stretch>
        </p:blipFill>
        <p:spPr bwMode="auto">
          <a:xfrm>
            <a:off x="1228423" y="3794429"/>
            <a:ext cx="1353088" cy="1063883"/>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cxnSp>
        <p:nvCxnSpPr>
          <p:cNvPr id="16" name="Connecteur droit 15">
            <a:extLst>
              <a:ext uri="{FF2B5EF4-FFF2-40B4-BE49-F238E27FC236}">
                <a16:creationId xmlns:a16="http://schemas.microsoft.com/office/drawing/2014/main" id="{88FA3B14-8DA4-A608-25D5-E18B86177783}"/>
              </a:ext>
            </a:extLst>
          </p:cNvPr>
          <p:cNvCxnSpPr/>
          <p:nvPr/>
        </p:nvCxnSpPr>
        <p:spPr>
          <a:xfrm>
            <a:off x="0" y="1084556"/>
            <a:ext cx="9141619"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15" name="ZoneTexte 14">
            <a:extLst>
              <a:ext uri="{FF2B5EF4-FFF2-40B4-BE49-F238E27FC236}">
                <a16:creationId xmlns:a16="http://schemas.microsoft.com/office/drawing/2014/main" id="{A4CC0E26-40AB-6D80-D8EF-B2987D3D1F3E}"/>
              </a:ext>
            </a:extLst>
          </p:cNvPr>
          <p:cNvSpPr txBox="1"/>
          <p:nvPr/>
        </p:nvSpPr>
        <p:spPr>
          <a:xfrm>
            <a:off x="2576827" y="2807033"/>
            <a:ext cx="6269656" cy="461665"/>
          </a:xfrm>
          <a:prstGeom prst="rect">
            <a:avLst/>
          </a:prstGeom>
          <a:noFill/>
        </p:spPr>
        <p:txBody>
          <a:bodyPr wrap="square">
            <a:spAutoFit/>
          </a:bodyPr>
          <a:lstStyle/>
          <a:p>
            <a:pPr marL="171450" indent="-171450" algn="just">
              <a:buFont typeface="Wingdings" panose="05000000000000000000" pitchFamily="2" charset="2"/>
              <a:buChar char="v"/>
            </a:pPr>
            <a:r>
              <a:rPr lang="fr-FR" sz="1200" dirty="0">
                <a:latin typeface="Times New Roman" panose="02020603050405020304" pitchFamily="18" charset="0"/>
                <a:cs typeface="Times New Roman" panose="02020603050405020304" pitchFamily="18" charset="0"/>
              </a:rPr>
              <a:t>Maîtrise des méthodes de maintenance pour garantir la performance, la fiabilité et la longévité de vos équipements industriels et tertiaires.</a:t>
            </a:r>
          </a:p>
        </p:txBody>
      </p:sp>
      <p:pic>
        <p:nvPicPr>
          <p:cNvPr id="19" name="Image 18">
            <a:extLst>
              <a:ext uri="{FF2B5EF4-FFF2-40B4-BE49-F238E27FC236}">
                <a16:creationId xmlns:a16="http://schemas.microsoft.com/office/drawing/2014/main" id="{4B265B8E-E5EA-4684-9581-7FC82620BAA5}"/>
              </a:ext>
            </a:extLst>
          </p:cNvPr>
          <p:cNvPicPr>
            <a:picLocks noChangeAspect="1"/>
          </p:cNvPicPr>
          <p:nvPr/>
        </p:nvPicPr>
        <p:blipFill>
          <a:blip r:embed="rId8"/>
          <a:stretch>
            <a:fillRect/>
          </a:stretch>
        </p:blipFill>
        <p:spPr>
          <a:xfrm>
            <a:off x="1316580" y="2681702"/>
            <a:ext cx="1029153" cy="868347"/>
          </a:xfrm>
          <a:prstGeom prst="ellipse">
            <a:avLst/>
          </a:prstGeom>
          <a:ln>
            <a:noFill/>
          </a:ln>
          <a:effectLst>
            <a:softEdge rad="112500"/>
          </a:effectLst>
        </p:spPr>
      </p:pic>
      <p:pic>
        <p:nvPicPr>
          <p:cNvPr id="22" name="Image 21" descr="Une image contenant capture d’écran, cercle, texte, logo&#10;&#10;Le contenu généré par l’IA peut être incorrect.">
            <a:extLst>
              <a:ext uri="{FF2B5EF4-FFF2-40B4-BE49-F238E27FC236}">
                <a16:creationId xmlns:a16="http://schemas.microsoft.com/office/drawing/2014/main" id="{2D51A355-F8C0-593E-9927-96F344D697C4}"/>
              </a:ext>
            </a:extLst>
          </p:cNvPr>
          <p:cNvPicPr>
            <a:picLocks noChangeAspect="1"/>
          </p:cNvPicPr>
          <p:nvPr/>
        </p:nvPicPr>
        <p:blipFill>
          <a:blip r:embed="rId9"/>
          <a:stretch>
            <a:fillRect/>
          </a:stretch>
        </p:blipFill>
        <p:spPr>
          <a:xfrm>
            <a:off x="293669" y="224797"/>
            <a:ext cx="845613" cy="823905"/>
          </a:xfrm>
          <a:prstGeom prst="rect">
            <a:avLst/>
          </a:prstGeom>
          <a:effectLst/>
        </p:spPr>
      </p:pic>
    </p:spTree>
    <p:extLst>
      <p:ext uri="{BB962C8B-B14F-4D97-AF65-F5344CB8AC3E}">
        <p14:creationId xmlns:p14="http://schemas.microsoft.com/office/powerpoint/2010/main" val="31077181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bg>
      <p:bgPr>
        <a:solidFill>
          <a:srgbClr val="002060"/>
        </a:solidFill>
        <a:effectLst/>
      </p:bgPr>
    </p:bg>
    <p:spTree>
      <p:nvGrpSpPr>
        <p:cNvPr id="1" name="Shape 265">
          <a:extLst>
            <a:ext uri="{FF2B5EF4-FFF2-40B4-BE49-F238E27FC236}">
              <a16:creationId xmlns:a16="http://schemas.microsoft.com/office/drawing/2014/main" id="{6BE4C9BE-DA5F-7C77-1176-57C212215D6C}"/>
            </a:ext>
          </a:extLst>
        </p:cNvPr>
        <p:cNvGrpSpPr/>
        <p:nvPr/>
      </p:nvGrpSpPr>
      <p:grpSpPr>
        <a:xfrm>
          <a:off x="0" y="0"/>
          <a:ext cx="0" cy="0"/>
          <a:chOff x="0" y="0"/>
          <a:chExt cx="0" cy="0"/>
        </a:xfrm>
      </p:grpSpPr>
      <p:sp>
        <p:nvSpPr>
          <p:cNvPr id="267" name="Google Shape;267;p33">
            <a:extLst>
              <a:ext uri="{FF2B5EF4-FFF2-40B4-BE49-F238E27FC236}">
                <a16:creationId xmlns:a16="http://schemas.microsoft.com/office/drawing/2014/main" id="{E00180D8-75A2-D124-F833-4A08E2E09A6A}"/>
              </a:ext>
            </a:extLst>
          </p:cNvPr>
          <p:cNvSpPr txBox="1">
            <a:spLocks noGrp="1"/>
          </p:cNvSpPr>
          <p:nvPr>
            <p:ph type="title"/>
          </p:nvPr>
        </p:nvSpPr>
        <p:spPr>
          <a:xfrm>
            <a:off x="2629300" y="299167"/>
            <a:ext cx="4251864" cy="338007"/>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FR" altLang="fr-FR" sz="2000" b="0" dirty="0">
                <a:solidFill>
                  <a:srgbClr val="002060"/>
                </a:solidFill>
                <a:latin typeface="Algerian" panose="04020705040A02060702" pitchFamily="82" charset="0"/>
                <a:ea typeface="Open Sans" panose="020B0606030504020204" pitchFamily="34" charset="0"/>
                <a:cs typeface="Times New Roman" panose="02020603050405020304" pitchFamily="18" charset="0"/>
              </a:rPr>
              <a:t>OBJECTIFS ET METHODOLOGIE </a:t>
            </a:r>
            <a:endParaRPr lang="fr-FR" sz="2000" b="0" dirty="0">
              <a:latin typeface="Times New Roman" panose="02020603050405020304" pitchFamily="18" charset="0"/>
              <a:cs typeface="Times New Roman" panose="02020603050405020304" pitchFamily="18" charset="0"/>
            </a:endParaRPr>
          </a:p>
        </p:txBody>
      </p:sp>
      <p:sp>
        <p:nvSpPr>
          <p:cNvPr id="3" name="Ruban : incliné vers le bas 2">
            <a:extLst>
              <a:ext uri="{FF2B5EF4-FFF2-40B4-BE49-F238E27FC236}">
                <a16:creationId xmlns:a16="http://schemas.microsoft.com/office/drawing/2014/main" id="{073C4619-FE8A-E985-3C19-860A4579E8D3}"/>
              </a:ext>
            </a:extLst>
          </p:cNvPr>
          <p:cNvSpPr/>
          <p:nvPr/>
        </p:nvSpPr>
        <p:spPr>
          <a:xfrm>
            <a:off x="2429526" y="736033"/>
            <a:ext cx="4451638" cy="145194"/>
          </a:xfrm>
          <a:prstGeom prst="ribbon">
            <a:avLst/>
          </a:prstGeom>
          <a:solidFill>
            <a:srgbClr val="00206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rgbClr val="002060"/>
              </a:solidFill>
            </a:endParaRPr>
          </a:p>
        </p:txBody>
      </p:sp>
      <p:cxnSp>
        <p:nvCxnSpPr>
          <p:cNvPr id="21" name="Connecteur droit 20">
            <a:extLst>
              <a:ext uri="{FF2B5EF4-FFF2-40B4-BE49-F238E27FC236}">
                <a16:creationId xmlns:a16="http://schemas.microsoft.com/office/drawing/2014/main" id="{1109BCE9-EA77-5312-0562-8A4DA26D55BE}"/>
              </a:ext>
            </a:extLst>
          </p:cNvPr>
          <p:cNvCxnSpPr/>
          <p:nvPr/>
        </p:nvCxnSpPr>
        <p:spPr>
          <a:xfrm>
            <a:off x="0" y="1084556"/>
            <a:ext cx="9141619"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pic>
        <p:nvPicPr>
          <p:cNvPr id="2" name="Image 1" descr="Une image contenant capture d’écran, cercle, texte, logo&#10;&#10;Le contenu généré par l’IA peut être incorrect.">
            <a:extLst>
              <a:ext uri="{FF2B5EF4-FFF2-40B4-BE49-F238E27FC236}">
                <a16:creationId xmlns:a16="http://schemas.microsoft.com/office/drawing/2014/main" id="{AA56380C-B3E0-A94E-765B-9EFED1DD8C55}"/>
              </a:ext>
            </a:extLst>
          </p:cNvPr>
          <p:cNvPicPr>
            <a:picLocks noChangeAspect="1"/>
          </p:cNvPicPr>
          <p:nvPr/>
        </p:nvPicPr>
        <p:blipFill>
          <a:blip r:embed="rId3"/>
          <a:stretch>
            <a:fillRect/>
          </a:stretch>
        </p:blipFill>
        <p:spPr>
          <a:xfrm>
            <a:off x="318607" y="256724"/>
            <a:ext cx="845613" cy="760900"/>
          </a:xfrm>
          <a:prstGeom prst="rect">
            <a:avLst/>
          </a:prstGeom>
          <a:effectLst/>
        </p:spPr>
      </p:pic>
      <p:sp>
        <p:nvSpPr>
          <p:cNvPr id="4" name="ZoneTexte 3">
            <a:extLst>
              <a:ext uri="{FF2B5EF4-FFF2-40B4-BE49-F238E27FC236}">
                <a16:creationId xmlns:a16="http://schemas.microsoft.com/office/drawing/2014/main" id="{60047A2B-0B2D-8E1B-21B7-9E8D159387D9}"/>
              </a:ext>
            </a:extLst>
          </p:cNvPr>
          <p:cNvSpPr txBox="1"/>
          <p:nvPr/>
        </p:nvSpPr>
        <p:spPr>
          <a:xfrm>
            <a:off x="482138" y="1220953"/>
            <a:ext cx="8354291" cy="1415772"/>
          </a:xfrm>
          <a:prstGeom prst="rect">
            <a:avLst/>
          </a:prstGeom>
          <a:noFill/>
        </p:spPr>
        <p:txBody>
          <a:bodyPr wrap="square" rtlCol="0">
            <a:spAutoFit/>
          </a:bodyPr>
          <a:lstStyle/>
          <a:p>
            <a:r>
              <a:rPr lang="fr-FR" sz="1200" b="1" dirty="0">
                <a:latin typeface="Times New Roman" panose="02020603050405020304" pitchFamily="18" charset="0"/>
                <a:cs typeface="Times New Roman" panose="02020603050405020304" pitchFamily="18" charset="0"/>
              </a:rPr>
              <a:t>Nos objectifs</a:t>
            </a:r>
            <a:endParaRPr lang="fr-FR" sz="1200" dirty="0">
              <a:latin typeface="Times New Roman" panose="02020603050405020304" pitchFamily="18" charset="0"/>
              <a:cs typeface="Times New Roman" panose="02020603050405020304" pitchFamily="18" charset="0"/>
            </a:endParaRPr>
          </a:p>
          <a:p>
            <a:pPr marL="285750" lvl="8" indent="-285750">
              <a:buFont typeface="Arial" panose="020B0604020202020204" pitchFamily="34" charset="0"/>
              <a:buChar char="•"/>
            </a:pPr>
            <a:r>
              <a:rPr lang="fr-FR" sz="1200" dirty="0">
                <a:latin typeface="Times New Roman" panose="02020603050405020304" pitchFamily="18" charset="0"/>
                <a:cs typeface="Times New Roman" panose="02020603050405020304" pitchFamily="18" charset="0"/>
              </a:rPr>
              <a:t>Améliorer durablement les performances opérationnelles (disponibilité, TRS, productivité)</a:t>
            </a:r>
          </a:p>
          <a:p>
            <a:pPr marL="285750" lvl="8" indent="-285750">
              <a:buFont typeface="Arial" panose="020B0604020202020204" pitchFamily="34" charset="0"/>
              <a:buChar char="•"/>
            </a:pPr>
            <a:r>
              <a:rPr lang="fr-FR" sz="1200" dirty="0">
                <a:latin typeface="Times New Roman" panose="02020603050405020304" pitchFamily="18" charset="0"/>
                <a:cs typeface="Times New Roman" panose="02020603050405020304" pitchFamily="18" charset="0"/>
              </a:rPr>
              <a:t>Garantir une maintenance structurée, rigoureuse et qualitative</a:t>
            </a:r>
          </a:p>
          <a:p>
            <a:pPr marL="285750" lvl="8" indent="-285750">
              <a:buFont typeface="Arial" panose="020B0604020202020204" pitchFamily="34" charset="0"/>
              <a:buChar char="•"/>
            </a:pPr>
            <a:r>
              <a:rPr lang="fr-FR" sz="1200" dirty="0">
                <a:latin typeface="Times New Roman" panose="02020603050405020304" pitchFamily="18" charset="0"/>
                <a:cs typeface="Times New Roman" panose="02020603050405020304" pitchFamily="18" charset="0"/>
              </a:rPr>
              <a:t>Réduire les arrêts non planifiés et maîtriser les coûts</a:t>
            </a:r>
          </a:p>
          <a:p>
            <a:pPr marL="285750" lvl="8" indent="-285750">
              <a:buFont typeface="Arial" panose="020B0604020202020204" pitchFamily="34" charset="0"/>
              <a:buChar char="•"/>
            </a:pPr>
            <a:r>
              <a:rPr lang="fr-FR" sz="1200" dirty="0">
                <a:latin typeface="Times New Roman" panose="02020603050405020304" pitchFamily="18" charset="0"/>
                <a:cs typeface="Times New Roman" panose="02020603050405020304" pitchFamily="18" charset="0"/>
              </a:rPr>
              <a:t>Fiabiliser les équipements et pérenniser les installations</a:t>
            </a:r>
          </a:p>
          <a:p>
            <a:pPr marL="285750" lvl="8" indent="-285750">
              <a:buFont typeface="Arial" panose="020B0604020202020204" pitchFamily="34" charset="0"/>
              <a:buChar char="•"/>
            </a:pPr>
            <a:r>
              <a:rPr lang="fr-FR" sz="1200" dirty="0">
                <a:latin typeface="Times New Roman" panose="02020603050405020304" pitchFamily="18" charset="0"/>
                <a:cs typeface="Times New Roman" panose="02020603050405020304" pitchFamily="18" charset="0"/>
              </a:rPr>
              <a:t>Optimiser la gestion des pièces de rechange et des actifs</a:t>
            </a:r>
          </a:p>
          <a:p>
            <a:pPr marL="285750" lvl="8" indent="-285750">
              <a:buFont typeface="Arial" panose="020B0604020202020204" pitchFamily="34" charset="0"/>
              <a:buChar char="•"/>
            </a:pPr>
            <a:r>
              <a:rPr lang="fr-FR" sz="1200" dirty="0">
                <a:latin typeface="Times New Roman" panose="02020603050405020304" pitchFamily="18" charset="0"/>
                <a:cs typeface="Times New Roman" panose="02020603050405020304" pitchFamily="18" charset="0"/>
              </a:rPr>
              <a:t>Piloter la performance par des indicateurs clairs et une méthodologie standardisée</a:t>
            </a:r>
          </a:p>
        </p:txBody>
      </p:sp>
      <p:sp>
        <p:nvSpPr>
          <p:cNvPr id="5" name="ZoneTexte 4">
            <a:extLst>
              <a:ext uri="{FF2B5EF4-FFF2-40B4-BE49-F238E27FC236}">
                <a16:creationId xmlns:a16="http://schemas.microsoft.com/office/drawing/2014/main" id="{D6F7CDAA-A95B-AFEE-E3F3-1056115B93A0}"/>
              </a:ext>
            </a:extLst>
          </p:cNvPr>
          <p:cNvSpPr txBox="1"/>
          <p:nvPr/>
        </p:nvSpPr>
        <p:spPr>
          <a:xfrm>
            <a:off x="508656" y="2813008"/>
            <a:ext cx="8354291" cy="1754326"/>
          </a:xfrm>
          <a:prstGeom prst="rect">
            <a:avLst/>
          </a:prstGeom>
          <a:noFill/>
        </p:spPr>
        <p:txBody>
          <a:bodyPr wrap="square" rtlCol="0">
            <a:spAutoFit/>
          </a:bodyPr>
          <a:lstStyle/>
          <a:p>
            <a:r>
              <a:rPr lang="fr-FR" sz="1200" b="1" dirty="0">
                <a:latin typeface="Times New Roman" panose="02020603050405020304" pitchFamily="18" charset="0"/>
                <a:cs typeface="Times New Roman" panose="02020603050405020304" pitchFamily="18" charset="0"/>
              </a:rPr>
              <a:t>Notre méthodologie</a:t>
            </a:r>
            <a:endParaRPr lang="fr-FR" sz="1200" dirty="0">
              <a:latin typeface="Times New Roman" panose="02020603050405020304" pitchFamily="18" charset="0"/>
              <a:cs typeface="Times New Roman" panose="02020603050405020304" pitchFamily="18" charset="0"/>
            </a:endParaRPr>
          </a:p>
          <a:p>
            <a:r>
              <a:rPr lang="fr-FR" sz="1200" dirty="0">
                <a:latin typeface="Times New Roman" panose="02020603050405020304" pitchFamily="18" charset="0"/>
                <a:cs typeface="Times New Roman" panose="02020603050405020304" pitchFamily="18" charset="0"/>
              </a:rPr>
              <a:t>Nous concevons et déployons des modèles de maintenance optimisés, garantissant un équilibre durable entre performance opérationnelle, fiabilité des équipements et maîtrise des coûts.</a:t>
            </a:r>
          </a:p>
          <a:p>
            <a:r>
              <a:rPr lang="fr-FR" sz="1200" dirty="0">
                <a:latin typeface="Times New Roman" panose="02020603050405020304" pitchFamily="18" charset="0"/>
                <a:cs typeface="Times New Roman" panose="02020603050405020304" pitchFamily="18" charset="0"/>
              </a:rPr>
              <a:t>Notre approche </a:t>
            </a:r>
            <a:r>
              <a:rPr lang="fr-FR" sz="1200" b="1" dirty="0">
                <a:latin typeface="Times New Roman" panose="02020603050405020304" pitchFamily="18" charset="0"/>
                <a:cs typeface="Times New Roman" panose="02020603050405020304" pitchFamily="18" charset="0"/>
              </a:rPr>
              <a:t>:</a:t>
            </a:r>
            <a:endParaRPr lang="fr-FR" sz="1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fr-FR" sz="1200" dirty="0">
                <a:latin typeface="Times New Roman" panose="02020603050405020304" pitchFamily="18" charset="0"/>
                <a:cs typeface="Times New Roman" panose="02020603050405020304" pitchFamily="18" charset="0"/>
              </a:rPr>
              <a:t>Analyse de criticité et hiérarchisation des actifs</a:t>
            </a:r>
          </a:p>
          <a:p>
            <a:pPr marL="285750" indent="-285750">
              <a:buFont typeface="Arial" panose="020B0604020202020204" pitchFamily="34" charset="0"/>
              <a:buChar char="•"/>
            </a:pPr>
            <a:r>
              <a:rPr lang="fr-FR" sz="1200" dirty="0">
                <a:latin typeface="Times New Roman" panose="02020603050405020304" pitchFamily="18" charset="0"/>
                <a:cs typeface="Times New Roman" panose="02020603050405020304" pitchFamily="18" charset="0"/>
              </a:rPr>
              <a:t>Définition de stratégies de maintenance adaptées</a:t>
            </a:r>
          </a:p>
          <a:p>
            <a:pPr marL="285750" indent="-285750">
              <a:buFont typeface="Arial" panose="020B0604020202020204" pitchFamily="34" charset="0"/>
              <a:buChar char="•"/>
            </a:pPr>
            <a:r>
              <a:rPr lang="fr-FR" sz="1200" dirty="0">
                <a:latin typeface="Times New Roman" panose="02020603050405020304" pitchFamily="18" charset="0"/>
                <a:cs typeface="Times New Roman" panose="02020603050405020304" pitchFamily="18" charset="0"/>
              </a:rPr>
              <a:t>Optimisation des plans et standards d’intervention</a:t>
            </a:r>
          </a:p>
          <a:p>
            <a:pPr marL="285750" indent="-285750">
              <a:buFont typeface="Arial" panose="020B0604020202020204" pitchFamily="34" charset="0"/>
              <a:buChar char="•"/>
            </a:pPr>
            <a:r>
              <a:rPr lang="fr-FR" sz="1200" dirty="0">
                <a:latin typeface="Times New Roman" panose="02020603050405020304" pitchFamily="18" charset="0"/>
                <a:cs typeface="Times New Roman" panose="02020603050405020304" pitchFamily="18" charset="0"/>
              </a:rPr>
              <a:t>Structuration des données techniques et outils (GMAO)</a:t>
            </a:r>
          </a:p>
          <a:p>
            <a:pPr marL="285750" indent="-285750">
              <a:buFont typeface="Arial" panose="020B0604020202020204" pitchFamily="34" charset="0"/>
              <a:buChar char="•"/>
            </a:pPr>
            <a:r>
              <a:rPr lang="fr-FR" sz="1200" dirty="0">
                <a:latin typeface="Times New Roman" panose="02020603050405020304" pitchFamily="18" charset="0"/>
                <a:cs typeface="Times New Roman" panose="02020603050405020304" pitchFamily="18" charset="0"/>
              </a:rPr>
              <a:t>Pilotage par indicateurs et amélioration continue</a:t>
            </a:r>
          </a:p>
        </p:txBody>
      </p:sp>
    </p:spTree>
    <p:extLst>
      <p:ext uri="{BB962C8B-B14F-4D97-AF65-F5344CB8AC3E}">
        <p14:creationId xmlns:p14="http://schemas.microsoft.com/office/powerpoint/2010/main" val="21377296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Shape 265">
          <a:extLst>
            <a:ext uri="{FF2B5EF4-FFF2-40B4-BE49-F238E27FC236}">
              <a16:creationId xmlns:a16="http://schemas.microsoft.com/office/drawing/2014/main" id="{10200106-D10D-B229-59E3-EFFE068BAD53}"/>
            </a:ext>
          </a:extLst>
        </p:cNvPr>
        <p:cNvGrpSpPr/>
        <p:nvPr/>
      </p:nvGrpSpPr>
      <p:grpSpPr>
        <a:xfrm>
          <a:off x="0" y="0"/>
          <a:ext cx="0" cy="0"/>
          <a:chOff x="0" y="0"/>
          <a:chExt cx="0" cy="0"/>
        </a:xfrm>
      </p:grpSpPr>
      <p:sp>
        <p:nvSpPr>
          <p:cNvPr id="267" name="Google Shape;267;p33">
            <a:extLst>
              <a:ext uri="{FF2B5EF4-FFF2-40B4-BE49-F238E27FC236}">
                <a16:creationId xmlns:a16="http://schemas.microsoft.com/office/drawing/2014/main" id="{92372C32-ECA1-0B2B-602E-9EAA58F832D3}"/>
              </a:ext>
            </a:extLst>
          </p:cNvPr>
          <p:cNvSpPr txBox="1">
            <a:spLocks noGrp="1"/>
          </p:cNvSpPr>
          <p:nvPr>
            <p:ph type="title"/>
          </p:nvPr>
        </p:nvSpPr>
        <p:spPr>
          <a:xfrm>
            <a:off x="2078182" y="173230"/>
            <a:ext cx="5544857" cy="338007"/>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FR" altLang="fr-FR" sz="2000" b="0" dirty="0">
                <a:solidFill>
                  <a:srgbClr val="002060"/>
                </a:solidFill>
                <a:latin typeface="Algerian" panose="04020705040A02060702" pitchFamily="82" charset="0"/>
                <a:ea typeface="Open Sans" panose="020B0606030504020204" pitchFamily="34" charset="0"/>
                <a:cs typeface="Times New Roman" panose="02020603050405020304" pitchFamily="18" charset="0"/>
              </a:rPr>
              <a:t>Nos 09 piliers D’ACCOMPAGNEMENT </a:t>
            </a:r>
            <a:endParaRPr lang="fr-FR" sz="2000" b="0" dirty="0">
              <a:latin typeface="Times New Roman" panose="02020603050405020304" pitchFamily="18" charset="0"/>
              <a:cs typeface="Times New Roman" panose="02020603050405020304" pitchFamily="18" charset="0"/>
            </a:endParaRPr>
          </a:p>
        </p:txBody>
      </p:sp>
      <p:sp>
        <p:nvSpPr>
          <p:cNvPr id="3" name="Ruban : incliné vers le bas 2">
            <a:extLst>
              <a:ext uri="{FF2B5EF4-FFF2-40B4-BE49-F238E27FC236}">
                <a16:creationId xmlns:a16="http://schemas.microsoft.com/office/drawing/2014/main" id="{15794183-1443-25BB-F396-FE112FF71925}"/>
              </a:ext>
            </a:extLst>
          </p:cNvPr>
          <p:cNvSpPr/>
          <p:nvPr/>
        </p:nvSpPr>
        <p:spPr>
          <a:xfrm>
            <a:off x="2412900" y="590839"/>
            <a:ext cx="4451638" cy="145194"/>
          </a:xfrm>
          <a:prstGeom prst="ribbon">
            <a:avLst/>
          </a:prstGeom>
          <a:solidFill>
            <a:srgbClr val="00206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rgbClr val="002060"/>
              </a:solidFill>
            </a:endParaRPr>
          </a:p>
        </p:txBody>
      </p:sp>
      <p:cxnSp>
        <p:nvCxnSpPr>
          <p:cNvPr id="21" name="Connecteur droit 20">
            <a:extLst>
              <a:ext uri="{FF2B5EF4-FFF2-40B4-BE49-F238E27FC236}">
                <a16:creationId xmlns:a16="http://schemas.microsoft.com/office/drawing/2014/main" id="{E64F6A78-D4AA-B117-6573-151A3163D6B7}"/>
              </a:ext>
            </a:extLst>
          </p:cNvPr>
          <p:cNvCxnSpPr/>
          <p:nvPr/>
        </p:nvCxnSpPr>
        <p:spPr>
          <a:xfrm>
            <a:off x="0" y="910067"/>
            <a:ext cx="9141619"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pic>
        <p:nvPicPr>
          <p:cNvPr id="2" name="Image 1" descr="Une image contenant capture d’écran, cercle, texte, logo&#10;&#10;Le contenu généré par l’IA peut être incorrect.">
            <a:extLst>
              <a:ext uri="{FF2B5EF4-FFF2-40B4-BE49-F238E27FC236}">
                <a16:creationId xmlns:a16="http://schemas.microsoft.com/office/drawing/2014/main" id="{7E08BC60-9BE7-B7B4-83DC-89088DEDE7E9}"/>
              </a:ext>
            </a:extLst>
          </p:cNvPr>
          <p:cNvPicPr>
            <a:picLocks noChangeAspect="1"/>
          </p:cNvPicPr>
          <p:nvPr/>
        </p:nvPicPr>
        <p:blipFill>
          <a:blip r:embed="rId3"/>
          <a:stretch>
            <a:fillRect/>
          </a:stretch>
        </p:blipFill>
        <p:spPr>
          <a:xfrm>
            <a:off x="318607" y="256724"/>
            <a:ext cx="662295" cy="595947"/>
          </a:xfrm>
          <a:prstGeom prst="rect">
            <a:avLst/>
          </a:prstGeom>
          <a:effectLst/>
        </p:spPr>
      </p:pic>
      <p:pic>
        <p:nvPicPr>
          <p:cNvPr id="5" name="Image 4">
            <a:extLst>
              <a:ext uri="{FF2B5EF4-FFF2-40B4-BE49-F238E27FC236}">
                <a16:creationId xmlns:a16="http://schemas.microsoft.com/office/drawing/2014/main" id="{107DEC39-C792-54A6-9A94-3B1898D47341}"/>
              </a:ext>
            </a:extLst>
          </p:cNvPr>
          <p:cNvPicPr>
            <a:picLocks noChangeAspect="1"/>
          </p:cNvPicPr>
          <p:nvPr/>
        </p:nvPicPr>
        <p:blipFill>
          <a:blip r:embed="rId4"/>
          <a:stretch>
            <a:fillRect/>
          </a:stretch>
        </p:blipFill>
        <p:spPr>
          <a:xfrm>
            <a:off x="1620644" y="967464"/>
            <a:ext cx="5679687" cy="3931633"/>
          </a:xfrm>
          <a:prstGeom prst="rect">
            <a:avLst/>
          </a:prstGeom>
        </p:spPr>
      </p:pic>
    </p:spTree>
    <p:extLst>
      <p:ext uri="{BB962C8B-B14F-4D97-AF65-F5344CB8AC3E}">
        <p14:creationId xmlns:p14="http://schemas.microsoft.com/office/powerpoint/2010/main" val="35975856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Shape 265"/>
        <p:cNvGrpSpPr/>
        <p:nvPr/>
      </p:nvGrpSpPr>
      <p:grpSpPr>
        <a:xfrm>
          <a:off x="0" y="0"/>
          <a:ext cx="0" cy="0"/>
          <a:chOff x="0" y="0"/>
          <a:chExt cx="0" cy="0"/>
        </a:xfrm>
      </p:grpSpPr>
      <p:sp>
        <p:nvSpPr>
          <p:cNvPr id="267" name="Google Shape;267;p33"/>
          <p:cNvSpPr txBox="1">
            <a:spLocks noGrp="1"/>
          </p:cNvSpPr>
          <p:nvPr>
            <p:ph type="title"/>
          </p:nvPr>
        </p:nvSpPr>
        <p:spPr>
          <a:xfrm>
            <a:off x="1013637" y="28444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FR" sz="2000" dirty="0">
                <a:latin typeface="Times New Roman" panose="02020603050405020304" pitchFamily="18" charset="0"/>
                <a:cs typeface="Times New Roman" panose="02020603050405020304" pitchFamily="18" charset="0"/>
              </a:rPr>
              <a:t>LES AVANTAGES DE TRAVAILLER AVEC IMMEIT</a:t>
            </a:r>
          </a:p>
        </p:txBody>
      </p:sp>
      <p:sp>
        <p:nvSpPr>
          <p:cNvPr id="2" name="ZoneTexte 1">
            <a:extLst>
              <a:ext uri="{FF2B5EF4-FFF2-40B4-BE49-F238E27FC236}">
                <a16:creationId xmlns:a16="http://schemas.microsoft.com/office/drawing/2014/main" id="{E0F5A1E7-552C-C4D7-315C-035E43E8B76F}"/>
              </a:ext>
            </a:extLst>
          </p:cNvPr>
          <p:cNvSpPr txBox="1"/>
          <p:nvPr/>
        </p:nvSpPr>
        <p:spPr>
          <a:xfrm>
            <a:off x="-164892" y="1013095"/>
            <a:ext cx="9048589" cy="4357283"/>
          </a:xfrm>
          <a:prstGeom prst="rect">
            <a:avLst/>
          </a:prstGeom>
          <a:noFill/>
        </p:spPr>
        <p:txBody>
          <a:bodyPr wrap="square">
            <a:spAutoFit/>
          </a:bodyPr>
          <a:lstStyle/>
          <a:p>
            <a:pPr marL="628650" lvl="1" indent="-171450" algn="just">
              <a:lnSpc>
                <a:spcPct val="250000"/>
              </a:lnSpc>
              <a:buFont typeface="Wingdings" panose="05000000000000000000" pitchFamily="2" charset="2"/>
              <a:buChar char="v"/>
            </a:pPr>
            <a:r>
              <a:rPr lang="fr-FR" sz="1100" dirty="0">
                <a:latin typeface="Times New Roman" panose="02020603050405020304" pitchFamily="18" charset="0"/>
                <a:cs typeface="Times New Roman" panose="02020603050405020304" pitchFamily="18" charset="0"/>
              </a:rPr>
              <a:t>Notre entreprise possède une solide expérience dans les méthodes de maintenance industrielle, couvrant plusieurs domaines d'expertise. </a:t>
            </a:r>
          </a:p>
          <a:p>
            <a:pPr marL="628650" lvl="1" indent="-171450" algn="just">
              <a:lnSpc>
                <a:spcPct val="250000"/>
              </a:lnSpc>
              <a:buFont typeface="Wingdings" panose="05000000000000000000" pitchFamily="2" charset="2"/>
              <a:buChar char="v"/>
            </a:pPr>
            <a:r>
              <a:rPr lang="fr-FR" sz="1100" dirty="0">
                <a:latin typeface="Times New Roman" panose="02020603050405020304" pitchFamily="18" charset="0"/>
                <a:cs typeface="Times New Roman" panose="02020603050405020304" pitchFamily="18" charset="0"/>
              </a:rPr>
              <a:t>Nous nous adaptons aux besoins spécifiques de chaque client en offrant des solutions sur mesure. </a:t>
            </a:r>
          </a:p>
          <a:p>
            <a:pPr marL="628650" lvl="1" indent="-171450" algn="just">
              <a:lnSpc>
                <a:spcPct val="200000"/>
              </a:lnSpc>
              <a:buFont typeface="Wingdings" panose="05000000000000000000" pitchFamily="2" charset="2"/>
              <a:buChar char="v"/>
            </a:pPr>
            <a:r>
              <a:rPr lang="fr-FR" sz="1100" dirty="0">
                <a:latin typeface="Times New Roman" panose="02020603050405020304" pitchFamily="18" charset="0"/>
                <a:cs typeface="Times New Roman" panose="02020603050405020304" pitchFamily="18" charset="0"/>
              </a:rPr>
              <a:t>Notre réactivité et flexibilité nous permettent de répondre rapidement aux demandes et de nous ajuster aux changements de situation ou de besoins. </a:t>
            </a:r>
          </a:p>
          <a:p>
            <a:pPr marL="628650" lvl="1" indent="-171450" algn="just">
              <a:lnSpc>
                <a:spcPct val="200000"/>
              </a:lnSpc>
              <a:buFont typeface="Wingdings" panose="05000000000000000000" pitchFamily="2" charset="2"/>
              <a:buChar char="v"/>
            </a:pPr>
            <a:r>
              <a:rPr lang="fr-FR" sz="1100" dirty="0">
                <a:latin typeface="Times New Roman" panose="02020603050405020304" pitchFamily="18" charset="0"/>
                <a:cs typeface="Times New Roman" panose="02020603050405020304" pitchFamily="18" charset="0"/>
              </a:rPr>
              <a:t>Engagés dans l'accompagnement de nos clients tout au long de notre collaboration, nous proposons des tarifs très compétitifs, offrant un excellent rapport qualité-prix. </a:t>
            </a:r>
          </a:p>
          <a:p>
            <a:pPr marL="628650" lvl="1" indent="-171450" algn="just">
              <a:lnSpc>
                <a:spcPct val="250000"/>
              </a:lnSpc>
              <a:buFont typeface="Wingdings" panose="05000000000000000000" pitchFamily="2" charset="2"/>
              <a:buChar char="v"/>
            </a:pPr>
            <a:r>
              <a:rPr lang="fr-FR" sz="1100" dirty="0">
                <a:latin typeface="Times New Roman" panose="02020603050405020304" pitchFamily="18" charset="0"/>
                <a:cs typeface="Times New Roman" panose="02020603050405020304" pitchFamily="18" charset="0"/>
              </a:rPr>
              <a:t>Nous garantissons une transparence tarifaire, avec des contrats et / ou des devis clairs et sans surprises, renforçant ainsi la confiance de nos clients. </a:t>
            </a:r>
          </a:p>
          <a:p>
            <a:pPr marL="628650" lvl="1" indent="-171450" algn="just">
              <a:lnSpc>
                <a:spcPct val="250000"/>
              </a:lnSpc>
              <a:buFont typeface="Wingdings" panose="05000000000000000000" pitchFamily="2" charset="2"/>
              <a:buChar char="v"/>
            </a:pPr>
            <a:r>
              <a:rPr lang="fr-FR" sz="1100" dirty="0">
                <a:latin typeface="Times New Roman" panose="02020603050405020304" pitchFamily="18" charset="0"/>
                <a:cs typeface="Times New Roman" panose="02020603050405020304" pitchFamily="18" charset="0"/>
              </a:rPr>
              <a:t>Nous collaborons avec des experts reconnus au Sénégal, en France et à l’international, tout en étant actifs au sein de réseaux professionnels.</a:t>
            </a:r>
          </a:p>
          <a:p>
            <a:pPr marL="628650" lvl="1" indent="-171450" algn="just">
              <a:lnSpc>
                <a:spcPct val="250000"/>
              </a:lnSpc>
              <a:buFont typeface="Wingdings" panose="05000000000000000000" pitchFamily="2" charset="2"/>
              <a:buChar char="v"/>
            </a:pPr>
            <a:r>
              <a:rPr lang="fr-FR" sz="1100" kern="1200" dirty="0">
                <a:solidFill>
                  <a:prstClr val="black"/>
                </a:solidFill>
                <a:latin typeface="Times New Roman" panose="02020603050405020304" pitchFamily="18" charset="0"/>
                <a:ea typeface="+mn-ea"/>
                <a:cs typeface="Times New Roman" panose="02020603050405020304" pitchFamily="18" charset="0"/>
              </a:rPr>
              <a:t>Nous nous engageons à assurer un suivi quotidien de nos prestations, complété par des audits mensuels. Enfin, nous investissons dans la formation continue et le développement professionnel de nos employés, afin d'améliorer leurs compétences et leur employabilité.</a:t>
            </a:r>
            <a:endParaRPr lang="fr-FR" sz="1100" kern="1200" dirty="0">
              <a:solidFill>
                <a:srgbClr val="FF0000"/>
              </a:solidFill>
              <a:latin typeface="Calibri" panose="020F0502020204030204"/>
              <a:ea typeface="+mn-ea"/>
              <a:cs typeface="+mn-cs"/>
            </a:endParaRPr>
          </a:p>
          <a:p>
            <a:pPr marL="457200" lvl="1" algn="just">
              <a:lnSpc>
                <a:spcPct val="250000"/>
              </a:lnSpc>
            </a:pPr>
            <a:endParaRPr lang="fr-FR" sz="1100" dirty="0">
              <a:latin typeface="Times New Roman" panose="02020603050405020304" pitchFamily="18" charset="0"/>
              <a:cs typeface="Times New Roman" panose="02020603050405020304" pitchFamily="18" charset="0"/>
            </a:endParaRPr>
          </a:p>
          <a:p>
            <a:pPr lvl="1" algn="just">
              <a:lnSpc>
                <a:spcPct val="150000"/>
              </a:lnSpc>
            </a:pPr>
            <a:endParaRPr lang="fr-FR" sz="1000" dirty="0">
              <a:solidFill>
                <a:srgbClr val="FF0000"/>
              </a:solidFill>
            </a:endParaRPr>
          </a:p>
        </p:txBody>
      </p:sp>
      <p:sp>
        <p:nvSpPr>
          <p:cNvPr id="3" name="Ruban : incliné vers le bas 2">
            <a:extLst>
              <a:ext uri="{FF2B5EF4-FFF2-40B4-BE49-F238E27FC236}">
                <a16:creationId xmlns:a16="http://schemas.microsoft.com/office/drawing/2014/main" id="{3A68D44E-6934-DBFD-C5E3-0B9E2ACCD7A7}"/>
              </a:ext>
            </a:extLst>
          </p:cNvPr>
          <p:cNvSpPr/>
          <p:nvPr/>
        </p:nvSpPr>
        <p:spPr>
          <a:xfrm>
            <a:off x="989790" y="705182"/>
            <a:ext cx="7622561" cy="151958"/>
          </a:xfrm>
          <a:prstGeom prst="ribbon">
            <a:avLst/>
          </a:prstGeom>
          <a:solidFill>
            <a:srgbClr val="00206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rgbClr val="002060"/>
              </a:solidFill>
            </a:endParaRPr>
          </a:p>
        </p:txBody>
      </p:sp>
      <p:cxnSp>
        <p:nvCxnSpPr>
          <p:cNvPr id="16" name="Connecteur droit 15">
            <a:extLst>
              <a:ext uri="{FF2B5EF4-FFF2-40B4-BE49-F238E27FC236}">
                <a16:creationId xmlns:a16="http://schemas.microsoft.com/office/drawing/2014/main" id="{D3CEF580-9733-4435-206C-1F0C0B6D1B46}"/>
              </a:ext>
            </a:extLst>
          </p:cNvPr>
          <p:cNvCxnSpPr/>
          <p:nvPr/>
        </p:nvCxnSpPr>
        <p:spPr>
          <a:xfrm>
            <a:off x="0" y="1084556"/>
            <a:ext cx="9141619"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pic>
        <p:nvPicPr>
          <p:cNvPr id="17" name="Image 16" descr="Une image contenant capture d’écran, cercle, texte, logo&#10;&#10;Le contenu généré par l’IA peut être incorrect.">
            <a:extLst>
              <a:ext uri="{FF2B5EF4-FFF2-40B4-BE49-F238E27FC236}">
                <a16:creationId xmlns:a16="http://schemas.microsoft.com/office/drawing/2014/main" id="{CDF2CA1A-66D8-C1F6-2E1B-D3A289AEBCCE}"/>
              </a:ext>
            </a:extLst>
          </p:cNvPr>
          <p:cNvPicPr>
            <a:picLocks noChangeAspect="1"/>
          </p:cNvPicPr>
          <p:nvPr/>
        </p:nvPicPr>
        <p:blipFill>
          <a:blip r:embed="rId3"/>
          <a:stretch>
            <a:fillRect/>
          </a:stretch>
        </p:blipFill>
        <p:spPr>
          <a:xfrm>
            <a:off x="293669" y="224798"/>
            <a:ext cx="845613" cy="788298"/>
          </a:xfrm>
          <a:prstGeom prst="rect">
            <a:avLst/>
          </a:prstGeom>
          <a:effectLst/>
        </p:spPr>
      </p:pic>
    </p:spTree>
    <p:extLst>
      <p:ext uri="{BB962C8B-B14F-4D97-AF65-F5344CB8AC3E}">
        <p14:creationId xmlns:p14="http://schemas.microsoft.com/office/powerpoint/2010/main" val="40582634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Shape 265">
          <a:extLst>
            <a:ext uri="{FF2B5EF4-FFF2-40B4-BE49-F238E27FC236}">
              <a16:creationId xmlns:a16="http://schemas.microsoft.com/office/drawing/2014/main" id="{B9377435-895A-3F8F-2036-3EC48F85E71D}"/>
            </a:ext>
          </a:extLst>
        </p:cNvPr>
        <p:cNvGrpSpPr/>
        <p:nvPr/>
      </p:nvGrpSpPr>
      <p:grpSpPr>
        <a:xfrm>
          <a:off x="0" y="0"/>
          <a:ext cx="0" cy="0"/>
          <a:chOff x="0" y="0"/>
          <a:chExt cx="0" cy="0"/>
        </a:xfrm>
      </p:grpSpPr>
      <p:sp>
        <p:nvSpPr>
          <p:cNvPr id="267" name="Google Shape;267;p33">
            <a:extLst>
              <a:ext uri="{FF2B5EF4-FFF2-40B4-BE49-F238E27FC236}">
                <a16:creationId xmlns:a16="http://schemas.microsoft.com/office/drawing/2014/main" id="{F1DF8625-7015-E66E-BF1E-EADB21495554}"/>
              </a:ext>
            </a:extLst>
          </p:cNvPr>
          <p:cNvSpPr txBox="1">
            <a:spLocks noGrp="1"/>
          </p:cNvSpPr>
          <p:nvPr>
            <p:ph type="title"/>
          </p:nvPr>
        </p:nvSpPr>
        <p:spPr>
          <a:xfrm>
            <a:off x="3179714" y="299167"/>
            <a:ext cx="2951261" cy="338007"/>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FR" altLang="fr-FR" sz="2000" b="0" dirty="0">
                <a:solidFill>
                  <a:srgbClr val="002060"/>
                </a:solidFill>
                <a:latin typeface="Algerian" panose="04020705040A02060702" pitchFamily="82" charset="0"/>
                <a:ea typeface="Open Sans" panose="020B0606030504020204" pitchFamily="34" charset="0"/>
                <a:cs typeface="Times New Roman" panose="02020603050405020304" pitchFamily="18" charset="0"/>
              </a:rPr>
              <a:t>Organigramme </a:t>
            </a:r>
            <a:endParaRPr lang="fr-FR" sz="2000" b="0" dirty="0">
              <a:latin typeface="Times New Roman" panose="02020603050405020304" pitchFamily="18" charset="0"/>
              <a:cs typeface="Times New Roman" panose="02020603050405020304" pitchFamily="18" charset="0"/>
            </a:endParaRPr>
          </a:p>
        </p:txBody>
      </p:sp>
      <p:sp>
        <p:nvSpPr>
          <p:cNvPr id="3" name="Ruban : incliné vers le bas 2">
            <a:extLst>
              <a:ext uri="{FF2B5EF4-FFF2-40B4-BE49-F238E27FC236}">
                <a16:creationId xmlns:a16="http://schemas.microsoft.com/office/drawing/2014/main" id="{4C8403DA-191C-FE7A-3450-AE578D3C61DE}"/>
              </a:ext>
            </a:extLst>
          </p:cNvPr>
          <p:cNvSpPr/>
          <p:nvPr/>
        </p:nvSpPr>
        <p:spPr>
          <a:xfrm>
            <a:off x="2429526" y="736033"/>
            <a:ext cx="4451638" cy="145194"/>
          </a:xfrm>
          <a:prstGeom prst="ribbon">
            <a:avLst/>
          </a:prstGeom>
          <a:solidFill>
            <a:srgbClr val="00206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rgbClr val="002060"/>
              </a:solidFill>
            </a:endParaRPr>
          </a:p>
        </p:txBody>
      </p:sp>
      <p:graphicFrame>
        <p:nvGraphicFramePr>
          <p:cNvPr id="16" name="Diagramme 15">
            <a:extLst>
              <a:ext uri="{FF2B5EF4-FFF2-40B4-BE49-F238E27FC236}">
                <a16:creationId xmlns:a16="http://schemas.microsoft.com/office/drawing/2014/main" id="{3274F4E2-A454-33FD-7186-0C881A7535E4}"/>
              </a:ext>
            </a:extLst>
          </p:cNvPr>
          <p:cNvGraphicFramePr/>
          <p:nvPr>
            <p:extLst>
              <p:ext uri="{D42A27DB-BD31-4B8C-83A1-F6EECF244321}">
                <p14:modId xmlns:p14="http://schemas.microsoft.com/office/powerpoint/2010/main" val="3895503834"/>
              </p:ext>
            </p:extLst>
          </p:nvPr>
        </p:nvGraphicFramePr>
        <p:xfrm>
          <a:off x="260303" y="1183416"/>
          <a:ext cx="8559501" cy="35959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21" name="Connecteur droit 20">
            <a:extLst>
              <a:ext uri="{FF2B5EF4-FFF2-40B4-BE49-F238E27FC236}">
                <a16:creationId xmlns:a16="http://schemas.microsoft.com/office/drawing/2014/main" id="{358657C4-2BD0-11AC-ECE1-4FB96A1E2725}"/>
              </a:ext>
            </a:extLst>
          </p:cNvPr>
          <p:cNvCxnSpPr/>
          <p:nvPr/>
        </p:nvCxnSpPr>
        <p:spPr>
          <a:xfrm>
            <a:off x="0" y="1084556"/>
            <a:ext cx="9141619"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pic>
        <p:nvPicPr>
          <p:cNvPr id="2" name="Image 1" descr="Une image contenant capture d’écran, cercle, texte, logo&#10;&#10;Le contenu généré par l’IA peut être incorrect.">
            <a:extLst>
              <a:ext uri="{FF2B5EF4-FFF2-40B4-BE49-F238E27FC236}">
                <a16:creationId xmlns:a16="http://schemas.microsoft.com/office/drawing/2014/main" id="{1A9BE774-EF73-F9D4-4A4B-07D9B1431F7A}"/>
              </a:ext>
            </a:extLst>
          </p:cNvPr>
          <p:cNvPicPr>
            <a:picLocks noChangeAspect="1"/>
          </p:cNvPicPr>
          <p:nvPr/>
        </p:nvPicPr>
        <p:blipFill>
          <a:blip r:embed="rId8"/>
          <a:stretch>
            <a:fillRect/>
          </a:stretch>
        </p:blipFill>
        <p:spPr>
          <a:xfrm>
            <a:off x="318607" y="256724"/>
            <a:ext cx="845613" cy="760900"/>
          </a:xfrm>
          <a:prstGeom prst="rect">
            <a:avLst/>
          </a:prstGeom>
          <a:effectLst/>
        </p:spPr>
      </p:pic>
    </p:spTree>
    <p:extLst>
      <p:ext uri="{BB962C8B-B14F-4D97-AF65-F5344CB8AC3E}">
        <p14:creationId xmlns:p14="http://schemas.microsoft.com/office/powerpoint/2010/main" val="12930747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Shape 265">
          <a:extLst>
            <a:ext uri="{FF2B5EF4-FFF2-40B4-BE49-F238E27FC236}">
              <a16:creationId xmlns:a16="http://schemas.microsoft.com/office/drawing/2014/main" id="{A232328A-6819-8227-E6BC-6516305848D8}"/>
            </a:ext>
          </a:extLst>
        </p:cNvPr>
        <p:cNvGrpSpPr/>
        <p:nvPr/>
      </p:nvGrpSpPr>
      <p:grpSpPr>
        <a:xfrm>
          <a:off x="0" y="0"/>
          <a:ext cx="0" cy="0"/>
          <a:chOff x="0" y="0"/>
          <a:chExt cx="0" cy="0"/>
        </a:xfrm>
      </p:grpSpPr>
      <p:sp>
        <p:nvSpPr>
          <p:cNvPr id="267" name="Google Shape;267;p33">
            <a:extLst>
              <a:ext uri="{FF2B5EF4-FFF2-40B4-BE49-F238E27FC236}">
                <a16:creationId xmlns:a16="http://schemas.microsoft.com/office/drawing/2014/main" id="{244E0C4D-D6EC-BED4-097E-80E612FC8B59}"/>
              </a:ext>
            </a:extLst>
          </p:cNvPr>
          <p:cNvSpPr txBox="1">
            <a:spLocks noGrp="1"/>
          </p:cNvSpPr>
          <p:nvPr>
            <p:ph type="title"/>
          </p:nvPr>
        </p:nvSpPr>
        <p:spPr>
          <a:xfrm>
            <a:off x="2971313" y="281418"/>
            <a:ext cx="2951261" cy="338007"/>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FR" sz="2000" b="0" dirty="0">
                <a:solidFill>
                  <a:srgbClr val="002060"/>
                </a:solidFill>
                <a:latin typeface="Algerian" panose="04020705040A02060702" pitchFamily="82" charset="0"/>
                <a:ea typeface="Open Sans" panose="020B0606030504020204" pitchFamily="34" charset="0"/>
                <a:cs typeface="Times New Roman" panose="02020603050405020304" pitchFamily="18" charset="0"/>
              </a:rPr>
              <a:t>IMMEIT</a:t>
            </a:r>
            <a:endParaRPr lang="fr-FR" sz="2000" b="0" dirty="0">
              <a:latin typeface="Times New Roman" panose="02020603050405020304" pitchFamily="18" charset="0"/>
              <a:cs typeface="Times New Roman" panose="02020603050405020304" pitchFamily="18" charset="0"/>
            </a:endParaRPr>
          </a:p>
        </p:txBody>
      </p:sp>
      <p:sp>
        <p:nvSpPr>
          <p:cNvPr id="3" name="Ruban : incliné vers le bas 2">
            <a:extLst>
              <a:ext uri="{FF2B5EF4-FFF2-40B4-BE49-F238E27FC236}">
                <a16:creationId xmlns:a16="http://schemas.microsoft.com/office/drawing/2014/main" id="{5BC69C1B-673A-96EF-BD1B-8D8A6EA03337}"/>
              </a:ext>
            </a:extLst>
          </p:cNvPr>
          <p:cNvSpPr/>
          <p:nvPr/>
        </p:nvSpPr>
        <p:spPr>
          <a:xfrm>
            <a:off x="3029351" y="630431"/>
            <a:ext cx="2835187" cy="253072"/>
          </a:xfrm>
          <a:prstGeom prst="ribbon">
            <a:avLst/>
          </a:prstGeom>
          <a:solidFill>
            <a:srgbClr val="00206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rgbClr val="002060"/>
              </a:solidFill>
            </a:endParaRPr>
          </a:p>
        </p:txBody>
      </p:sp>
      <p:grpSp>
        <p:nvGrpSpPr>
          <p:cNvPr id="2" name="Groupe 1">
            <a:extLst>
              <a:ext uri="{FF2B5EF4-FFF2-40B4-BE49-F238E27FC236}">
                <a16:creationId xmlns:a16="http://schemas.microsoft.com/office/drawing/2014/main" id="{DD0B01CC-230B-19AA-0783-6B5F81A1D4B6}"/>
              </a:ext>
            </a:extLst>
          </p:cNvPr>
          <p:cNvGrpSpPr/>
          <p:nvPr/>
        </p:nvGrpSpPr>
        <p:grpSpPr>
          <a:xfrm rot="1529125">
            <a:off x="3557347" y="1724882"/>
            <a:ext cx="2114960" cy="2112821"/>
            <a:chOff x="6331685" y="1575325"/>
            <a:chExt cx="3842106" cy="3898285"/>
          </a:xfrm>
        </p:grpSpPr>
        <p:sp>
          <p:nvSpPr>
            <p:cNvPr id="21" name="Ellipse 20">
              <a:extLst>
                <a:ext uri="{FF2B5EF4-FFF2-40B4-BE49-F238E27FC236}">
                  <a16:creationId xmlns:a16="http://schemas.microsoft.com/office/drawing/2014/main" id="{67A300DC-B604-AB53-B7AF-AA9F4208C575}"/>
                </a:ext>
              </a:extLst>
            </p:cNvPr>
            <p:cNvSpPr/>
            <p:nvPr/>
          </p:nvSpPr>
          <p:spPr>
            <a:xfrm>
              <a:off x="7010400" y="2252133"/>
              <a:ext cx="2446866" cy="2523067"/>
            </a:xfrm>
            <a:prstGeom prst="ellipse">
              <a:avLst/>
            </a:prstGeom>
            <a:solidFill>
              <a:schemeClr val="bg1"/>
            </a:solidFill>
            <a:ln w="571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buClrTx/>
              </a:pPr>
              <a:endParaRPr lang="fr-FR" sz="1349" kern="1200">
                <a:solidFill>
                  <a:prstClr val="white"/>
                </a:solidFill>
                <a:latin typeface="Calibri" panose="020F0502020204030204"/>
              </a:endParaRPr>
            </a:p>
          </p:txBody>
        </p:sp>
        <p:sp>
          <p:nvSpPr>
            <p:cNvPr id="22" name="Ellipse 21">
              <a:extLst>
                <a:ext uri="{FF2B5EF4-FFF2-40B4-BE49-F238E27FC236}">
                  <a16:creationId xmlns:a16="http://schemas.microsoft.com/office/drawing/2014/main" id="{AF89F616-0C89-9854-EE36-F12FAADAC723}"/>
                </a:ext>
              </a:extLst>
            </p:cNvPr>
            <p:cNvSpPr/>
            <p:nvPr/>
          </p:nvSpPr>
          <p:spPr>
            <a:xfrm>
              <a:off x="6532033" y="1751490"/>
              <a:ext cx="3403600" cy="3524352"/>
            </a:xfrm>
            <a:prstGeom prst="ellipse">
              <a:avLst/>
            </a:prstGeom>
            <a:noFill/>
            <a:ln w="571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buClrTx/>
              </a:pPr>
              <a:endParaRPr lang="fr-FR" sz="1349" kern="1200">
                <a:solidFill>
                  <a:prstClr val="white"/>
                </a:solidFill>
                <a:latin typeface="Calibri" panose="020F0502020204030204"/>
              </a:endParaRPr>
            </a:p>
          </p:txBody>
        </p:sp>
        <p:sp>
          <p:nvSpPr>
            <p:cNvPr id="23" name="Organigramme : Opération manuelle 22">
              <a:extLst>
                <a:ext uri="{FF2B5EF4-FFF2-40B4-BE49-F238E27FC236}">
                  <a16:creationId xmlns:a16="http://schemas.microsoft.com/office/drawing/2014/main" id="{D4633CD7-90F6-A519-F59C-CF012DE1212F}"/>
                </a:ext>
              </a:extLst>
            </p:cNvPr>
            <p:cNvSpPr/>
            <p:nvPr/>
          </p:nvSpPr>
          <p:spPr>
            <a:xfrm rot="18349198">
              <a:off x="6669707" y="2164635"/>
              <a:ext cx="753534" cy="698358"/>
            </a:xfrm>
            <a:prstGeom prst="flowChartManualOperation">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buClrTx/>
              </a:pPr>
              <a:r>
                <a:rPr lang="fr-FR" sz="2999" kern="1200" dirty="0">
                  <a:solidFill>
                    <a:schemeClr val="accent4"/>
                  </a:solidFill>
                  <a:latin typeface="Algerian" panose="04020705040A02060702" pitchFamily="82" charset="0"/>
                </a:rPr>
                <a:t>m</a:t>
              </a:r>
            </a:p>
          </p:txBody>
        </p:sp>
        <p:sp>
          <p:nvSpPr>
            <p:cNvPr id="24" name="Organigramme : Opération manuelle 23">
              <a:extLst>
                <a:ext uri="{FF2B5EF4-FFF2-40B4-BE49-F238E27FC236}">
                  <a16:creationId xmlns:a16="http://schemas.microsoft.com/office/drawing/2014/main" id="{1A61D73A-B17B-7249-8C37-81922AA9DEAC}"/>
                </a:ext>
              </a:extLst>
            </p:cNvPr>
            <p:cNvSpPr/>
            <p:nvPr/>
          </p:nvSpPr>
          <p:spPr>
            <a:xfrm rot="15778186">
              <a:off x="6304097" y="3284377"/>
              <a:ext cx="753534" cy="698358"/>
            </a:xfrm>
            <a:prstGeom prst="flowChartManualOperation">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buClrTx/>
              </a:pPr>
              <a:r>
                <a:rPr lang="fr-FR" sz="2999" kern="1200" dirty="0">
                  <a:solidFill>
                    <a:schemeClr val="accent4"/>
                  </a:solidFill>
                  <a:latin typeface="Algerian" panose="04020705040A02060702" pitchFamily="82" charset="0"/>
                </a:rPr>
                <a:t>M</a:t>
              </a:r>
            </a:p>
          </p:txBody>
        </p:sp>
        <p:sp>
          <p:nvSpPr>
            <p:cNvPr id="25" name="Organigramme : Opération manuelle 24">
              <a:extLst>
                <a:ext uri="{FF2B5EF4-FFF2-40B4-BE49-F238E27FC236}">
                  <a16:creationId xmlns:a16="http://schemas.microsoft.com/office/drawing/2014/main" id="{C4CD7573-B2E5-5015-386F-469CD7BF477C}"/>
                </a:ext>
              </a:extLst>
            </p:cNvPr>
            <p:cNvSpPr/>
            <p:nvPr/>
          </p:nvSpPr>
          <p:spPr>
            <a:xfrm rot="5210043">
              <a:off x="9447845" y="3056009"/>
              <a:ext cx="753534" cy="698358"/>
            </a:xfrm>
            <a:prstGeom prst="flowChartManualOperation">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buClrTx/>
              </a:pPr>
              <a:r>
                <a:rPr lang="fr-FR" sz="2999" kern="1200" dirty="0">
                  <a:solidFill>
                    <a:prstClr val="white"/>
                  </a:solidFill>
                  <a:latin typeface="Algerian" panose="04020705040A02060702" pitchFamily="82" charset="0"/>
                </a:rPr>
                <a:t>t</a:t>
              </a:r>
            </a:p>
          </p:txBody>
        </p:sp>
        <p:sp>
          <p:nvSpPr>
            <p:cNvPr id="26" name="Organigramme : Opération manuelle 25">
              <a:extLst>
                <a:ext uri="{FF2B5EF4-FFF2-40B4-BE49-F238E27FC236}">
                  <a16:creationId xmlns:a16="http://schemas.microsoft.com/office/drawing/2014/main" id="{97D4DE83-7396-28C7-D716-8DD4D1B8A7DD}"/>
                </a:ext>
              </a:extLst>
            </p:cNvPr>
            <p:cNvSpPr/>
            <p:nvPr/>
          </p:nvSpPr>
          <p:spPr>
            <a:xfrm rot="2615256">
              <a:off x="8891405" y="1999003"/>
              <a:ext cx="753534" cy="698358"/>
            </a:xfrm>
            <a:prstGeom prst="flowChartManualOperation">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buClrTx/>
              </a:pPr>
              <a:r>
                <a:rPr lang="fr-FR" sz="2999" kern="1200" dirty="0">
                  <a:solidFill>
                    <a:schemeClr val="accent4"/>
                  </a:solidFill>
                  <a:latin typeface="Algerian" panose="04020705040A02060702" pitchFamily="82" charset="0"/>
                </a:rPr>
                <a:t>i</a:t>
              </a:r>
            </a:p>
          </p:txBody>
        </p:sp>
        <p:sp>
          <p:nvSpPr>
            <p:cNvPr id="27" name="Organigramme : Opération manuelle 26">
              <a:extLst>
                <a:ext uri="{FF2B5EF4-FFF2-40B4-BE49-F238E27FC236}">
                  <a16:creationId xmlns:a16="http://schemas.microsoft.com/office/drawing/2014/main" id="{106174DE-6CDD-58EC-9429-49EC8E5B6E69}"/>
                </a:ext>
              </a:extLst>
            </p:cNvPr>
            <p:cNvSpPr/>
            <p:nvPr/>
          </p:nvSpPr>
          <p:spPr>
            <a:xfrm rot="21440997">
              <a:off x="7752274" y="1575325"/>
              <a:ext cx="753534" cy="698358"/>
            </a:xfrm>
            <a:prstGeom prst="flowChartManualOperation">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buClrTx/>
              </a:pPr>
              <a:r>
                <a:rPr lang="fr-FR" sz="2999" kern="1200" dirty="0">
                  <a:solidFill>
                    <a:schemeClr val="accent4"/>
                  </a:solidFill>
                  <a:latin typeface="Algerian" panose="04020705040A02060702" pitchFamily="82" charset="0"/>
                </a:rPr>
                <a:t>e</a:t>
              </a:r>
            </a:p>
          </p:txBody>
        </p:sp>
        <p:sp>
          <p:nvSpPr>
            <p:cNvPr id="28" name="Organigramme : Opération manuelle 27">
              <a:extLst>
                <a:ext uri="{FF2B5EF4-FFF2-40B4-BE49-F238E27FC236}">
                  <a16:creationId xmlns:a16="http://schemas.microsoft.com/office/drawing/2014/main" id="{A4039AF4-D94D-F70B-05E7-A6CCD383DA5C}"/>
                </a:ext>
              </a:extLst>
            </p:cNvPr>
            <p:cNvSpPr/>
            <p:nvPr/>
          </p:nvSpPr>
          <p:spPr>
            <a:xfrm rot="8047315">
              <a:off x="9040849" y="4214368"/>
              <a:ext cx="753534" cy="698358"/>
            </a:xfrm>
            <a:prstGeom prst="flowChartManualOperation">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buClrTx/>
              </a:pPr>
              <a:endParaRPr lang="fr-FR" sz="2999" kern="1200" dirty="0">
                <a:solidFill>
                  <a:prstClr val="white"/>
                </a:solidFill>
                <a:latin typeface="Algerian" panose="04020705040A02060702" pitchFamily="82" charset="0"/>
              </a:endParaRPr>
            </a:p>
          </p:txBody>
        </p:sp>
        <p:sp>
          <p:nvSpPr>
            <p:cNvPr id="29" name="Organigramme : Opération manuelle 28">
              <a:extLst>
                <a:ext uri="{FF2B5EF4-FFF2-40B4-BE49-F238E27FC236}">
                  <a16:creationId xmlns:a16="http://schemas.microsoft.com/office/drawing/2014/main" id="{44648C83-A973-FEA0-7ED8-DC8FE23E7A22}"/>
                </a:ext>
              </a:extLst>
            </p:cNvPr>
            <p:cNvSpPr/>
            <p:nvPr/>
          </p:nvSpPr>
          <p:spPr>
            <a:xfrm rot="13385759">
              <a:off x="6839858" y="4371376"/>
              <a:ext cx="753534" cy="698358"/>
            </a:xfrm>
            <a:prstGeom prst="flowChartManualOperation">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buClrTx/>
              </a:pPr>
              <a:r>
                <a:rPr lang="fr-FR" sz="2999" kern="1200" dirty="0">
                  <a:solidFill>
                    <a:schemeClr val="accent4"/>
                  </a:solidFill>
                  <a:latin typeface="Algerian" panose="04020705040A02060702" pitchFamily="82" charset="0"/>
                </a:rPr>
                <a:t>I</a:t>
              </a:r>
            </a:p>
          </p:txBody>
        </p:sp>
        <p:pic>
          <p:nvPicPr>
            <p:cNvPr id="30" name="Image 29">
              <a:extLst>
                <a:ext uri="{FF2B5EF4-FFF2-40B4-BE49-F238E27FC236}">
                  <a16:creationId xmlns:a16="http://schemas.microsoft.com/office/drawing/2014/main" id="{460E4378-5C63-7821-334F-A9A4760859FA}"/>
                </a:ext>
              </a:extLst>
            </p:cNvPr>
            <p:cNvPicPr>
              <a:picLocks noChangeAspect="1"/>
            </p:cNvPicPr>
            <p:nvPr/>
          </p:nvPicPr>
          <p:blipFill>
            <a:blip r:embed="rId3"/>
            <a:stretch>
              <a:fillRect/>
            </a:stretch>
          </p:blipFill>
          <p:spPr>
            <a:xfrm rot="16200000">
              <a:off x="7456910" y="2561086"/>
              <a:ext cx="1606274" cy="1935280"/>
            </a:xfrm>
            <a:prstGeom prst="ellipse">
              <a:avLst/>
            </a:prstGeom>
            <a:ln>
              <a:noFill/>
            </a:ln>
            <a:effectLst>
              <a:softEdge rad="112500"/>
            </a:effectLst>
          </p:spPr>
        </p:pic>
        <p:sp>
          <p:nvSpPr>
            <p:cNvPr id="31" name="Organigramme : Opération manuelle 30">
              <a:extLst>
                <a:ext uri="{FF2B5EF4-FFF2-40B4-BE49-F238E27FC236}">
                  <a16:creationId xmlns:a16="http://schemas.microsoft.com/office/drawing/2014/main" id="{D119FD75-4893-E356-108A-BC6547409B93}"/>
                </a:ext>
              </a:extLst>
            </p:cNvPr>
            <p:cNvSpPr/>
            <p:nvPr/>
          </p:nvSpPr>
          <p:spPr>
            <a:xfrm rot="10513086">
              <a:off x="8020187" y="4775252"/>
              <a:ext cx="753534" cy="698358"/>
            </a:xfrm>
            <a:prstGeom prst="flowChartManualOperation">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buClrTx/>
              </a:pPr>
              <a:endParaRPr lang="fr-FR" sz="2999" kern="1200" dirty="0">
                <a:solidFill>
                  <a:prstClr val="white"/>
                </a:solidFill>
                <a:latin typeface="Algerian" panose="04020705040A02060702" pitchFamily="82" charset="0"/>
              </a:endParaRPr>
            </a:p>
          </p:txBody>
        </p:sp>
      </p:grpSp>
      <p:sp>
        <p:nvSpPr>
          <p:cNvPr id="32" name="Espace réservé du contenu 2">
            <a:extLst>
              <a:ext uri="{FF2B5EF4-FFF2-40B4-BE49-F238E27FC236}">
                <a16:creationId xmlns:a16="http://schemas.microsoft.com/office/drawing/2014/main" id="{5041F037-3900-B687-6D14-1978DC6514B3}"/>
              </a:ext>
            </a:extLst>
          </p:cNvPr>
          <p:cNvSpPr txBox="1">
            <a:spLocks/>
          </p:cNvSpPr>
          <p:nvPr/>
        </p:nvSpPr>
        <p:spPr>
          <a:xfrm>
            <a:off x="1115616" y="4073240"/>
            <a:ext cx="6912768" cy="702078"/>
          </a:xfrm>
          <a:prstGeom prst="rect">
            <a:avLst/>
          </a:prstGeom>
          <a:noFill/>
          <a:ln>
            <a:noFill/>
          </a:ln>
        </p:spPr>
        <p:txBody>
          <a:bodyPr spcFirstLastPara="1" wrap="square" lIns="91425" tIns="91425" rIns="91425" bIns="91425" anchor="t" anchorCtr="0">
            <a:normAutofit fontScale="77500" lnSpcReduction="20000"/>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1pPr>
            <a:lvl2pPr marL="914400" marR="0" lvl="1"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2pPr>
            <a:lvl3pPr marL="1371600" marR="0" lvl="2"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3pPr>
            <a:lvl4pPr marL="1828800" marR="0" lvl="3"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4pPr>
            <a:lvl5pPr marL="2286000" marR="0" lvl="4"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5pPr>
            <a:lvl6pPr marL="2743200" marR="0" lvl="5"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6pPr>
            <a:lvl7pPr marL="3200400" marR="0" lvl="6"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7pPr>
            <a:lvl8pPr marL="3657600" marR="0" lvl="7"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8pPr>
            <a:lvl9pPr marL="4114800" marR="0" lvl="8" indent="-304800" algn="ctr" rtl="0">
              <a:lnSpc>
                <a:spcPct val="100000"/>
              </a:lnSpc>
              <a:spcBef>
                <a:spcPts val="0"/>
              </a:spcBef>
              <a:spcAft>
                <a:spcPts val="0"/>
              </a:spcAft>
              <a:buClr>
                <a:schemeClr val="dk1"/>
              </a:buClr>
              <a:buSzPts val="1200"/>
              <a:buFont typeface="Albert Sans"/>
              <a:buNone/>
              <a:defRPr sz="1200" b="0" i="0" u="none" strike="noStrike" cap="none">
                <a:solidFill>
                  <a:schemeClr val="dk1"/>
                </a:solidFill>
                <a:latin typeface="Albert Sans"/>
                <a:ea typeface="Albert Sans"/>
                <a:cs typeface="Albert Sans"/>
                <a:sym typeface="Albert Sans"/>
              </a:defRPr>
            </a:lvl9pPr>
          </a:lstStyle>
          <a:p>
            <a:pPr marL="0" indent="0"/>
            <a:r>
              <a:rPr lang="fr-FR" sz="4500" dirty="0">
                <a:solidFill>
                  <a:srgbClr val="002060"/>
                </a:solidFill>
                <a:latin typeface="Algerian" panose="04020705040A02060702" pitchFamily="82" charset="0"/>
              </a:rPr>
              <a:t>Savoir-faire et compétences</a:t>
            </a:r>
          </a:p>
        </p:txBody>
      </p:sp>
      <p:cxnSp>
        <p:nvCxnSpPr>
          <p:cNvPr id="33" name="Connecteur droit 32">
            <a:extLst>
              <a:ext uri="{FF2B5EF4-FFF2-40B4-BE49-F238E27FC236}">
                <a16:creationId xmlns:a16="http://schemas.microsoft.com/office/drawing/2014/main" id="{E04F9AC6-12A3-F12F-8450-791215E9D159}"/>
              </a:ext>
            </a:extLst>
          </p:cNvPr>
          <p:cNvCxnSpPr/>
          <p:nvPr/>
        </p:nvCxnSpPr>
        <p:spPr>
          <a:xfrm>
            <a:off x="2381" y="1059502"/>
            <a:ext cx="9141619"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pic>
        <p:nvPicPr>
          <p:cNvPr id="16" name="Image 15" descr="Une image contenant capture d’écran, cercle, texte, logo&#10;&#10;Le contenu généré par l’IA peut être incorrect.">
            <a:extLst>
              <a:ext uri="{FF2B5EF4-FFF2-40B4-BE49-F238E27FC236}">
                <a16:creationId xmlns:a16="http://schemas.microsoft.com/office/drawing/2014/main" id="{81E91D25-002E-AE3E-DA35-BFE29A9B8A40}"/>
              </a:ext>
            </a:extLst>
          </p:cNvPr>
          <p:cNvPicPr>
            <a:picLocks noChangeAspect="1"/>
          </p:cNvPicPr>
          <p:nvPr/>
        </p:nvPicPr>
        <p:blipFill>
          <a:blip r:embed="rId4"/>
          <a:stretch>
            <a:fillRect/>
          </a:stretch>
        </p:blipFill>
        <p:spPr>
          <a:xfrm>
            <a:off x="293669" y="224798"/>
            <a:ext cx="845613" cy="772730"/>
          </a:xfrm>
          <a:prstGeom prst="rect">
            <a:avLst/>
          </a:prstGeom>
          <a:effectLst/>
        </p:spPr>
      </p:pic>
    </p:spTree>
    <p:extLst>
      <p:ext uri="{BB962C8B-B14F-4D97-AF65-F5344CB8AC3E}">
        <p14:creationId xmlns:p14="http://schemas.microsoft.com/office/powerpoint/2010/main" val="7650654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Shape 265">
          <a:extLst>
            <a:ext uri="{FF2B5EF4-FFF2-40B4-BE49-F238E27FC236}">
              <a16:creationId xmlns:a16="http://schemas.microsoft.com/office/drawing/2014/main" id="{A6C7DDF3-1FD9-E653-53E9-FF08C523D19A}"/>
            </a:ext>
          </a:extLst>
        </p:cNvPr>
        <p:cNvGrpSpPr/>
        <p:nvPr/>
      </p:nvGrpSpPr>
      <p:grpSpPr>
        <a:xfrm>
          <a:off x="0" y="0"/>
          <a:ext cx="0" cy="0"/>
          <a:chOff x="0" y="0"/>
          <a:chExt cx="0" cy="0"/>
        </a:xfrm>
      </p:grpSpPr>
      <p:sp>
        <p:nvSpPr>
          <p:cNvPr id="3" name="Ruban : incliné vers le bas 2">
            <a:extLst>
              <a:ext uri="{FF2B5EF4-FFF2-40B4-BE49-F238E27FC236}">
                <a16:creationId xmlns:a16="http://schemas.microsoft.com/office/drawing/2014/main" id="{AD6A547A-5D9D-B37E-3C81-251E2D4BBE87}"/>
              </a:ext>
            </a:extLst>
          </p:cNvPr>
          <p:cNvSpPr/>
          <p:nvPr/>
        </p:nvSpPr>
        <p:spPr>
          <a:xfrm>
            <a:off x="900207" y="677263"/>
            <a:ext cx="7988185" cy="157590"/>
          </a:xfrm>
          <a:prstGeom prst="ribbon">
            <a:avLst/>
          </a:prstGeom>
          <a:solidFill>
            <a:srgbClr val="00206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rgbClr val="002060"/>
              </a:solidFill>
            </a:endParaRPr>
          </a:p>
        </p:txBody>
      </p:sp>
      <p:cxnSp>
        <p:nvCxnSpPr>
          <p:cNvPr id="33" name="Connecteur droit 32">
            <a:extLst>
              <a:ext uri="{FF2B5EF4-FFF2-40B4-BE49-F238E27FC236}">
                <a16:creationId xmlns:a16="http://schemas.microsoft.com/office/drawing/2014/main" id="{0471C573-9DDB-DCBD-2B38-8F23C96DC165}"/>
              </a:ext>
            </a:extLst>
          </p:cNvPr>
          <p:cNvCxnSpPr>
            <a:cxnSpLocks/>
          </p:cNvCxnSpPr>
          <p:nvPr/>
        </p:nvCxnSpPr>
        <p:spPr>
          <a:xfrm>
            <a:off x="99753" y="1030037"/>
            <a:ext cx="9002683"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18" name="Titre 1">
            <a:extLst>
              <a:ext uri="{FF2B5EF4-FFF2-40B4-BE49-F238E27FC236}">
                <a16:creationId xmlns:a16="http://schemas.microsoft.com/office/drawing/2014/main" id="{E1496662-8BEA-9A5F-64B8-D826B0FDFFD1}"/>
              </a:ext>
            </a:extLst>
          </p:cNvPr>
          <p:cNvSpPr>
            <a:spLocks noGrp="1"/>
          </p:cNvSpPr>
          <p:nvPr>
            <p:ph type="title"/>
          </p:nvPr>
        </p:nvSpPr>
        <p:spPr>
          <a:xfrm>
            <a:off x="1281416" y="255375"/>
            <a:ext cx="7205560" cy="429193"/>
          </a:xfrm>
        </p:spPr>
        <p:txBody>
          <a:bodyPr vert="horz" lIns="68562" tIns="34281" rIns="68562" bIns="34281" rtlCol="0" anchor="ctr">
            <a:normAutofit/>
          </a:bodyPr>
          <a:lstStyle/>
          <a:p>
            <a:pPr algn="ctr"/>
            <a:r>
              <a:rPr lang="fr-FR" altLang="fr-FR" sz="2100" dirty="0">
                <a:solidFill>
                  <a:srgbClr val="002060"/>
                </a:solidFill>
                <a:latin typeface="Algerian" panose="04020705040A02060702" pitchFamily="82" charset="0"/>
                <a:ea typeface="Open Sans Extrabold" panose="020B0606030504020204" pitchFamily="34" charset="0"/>
                <a:cs typeface="Open Sans Extrabold" panose="020B0606030504020204" pitchFamily="34" charset="0"/>
              </a:rPr>
              <a:t>NOS PRESTATIONS EN COURS AVEC NOS CLIENTS</a:t>
            </a:r>
            <a:endParaRPr lang="fr-FR" altLang="fr-FR" sz="2100" b="1" dirty="0">
              <a:solidFill>
                <a:srgbClr val="002060"/>
              </a:solidFill>
              <a:latin typeface="Algerian" panose="04020705040A02060702" pitchFamily="82" charset="0"/>
              <a:ea typeface="Open Sans Extrabold" panose="020B0606030504020204" pitchFamily="34" charset="0"/>
              <a:cs typeface="Open Sans Extrabold" panose="020B0606030504020204" pitchFamily="34" charset="0"/>
            </a:endParaRPr>
          </a:p>
        </p:txBody>
      </p:sp>
      <p:sp>
        <p:nvSpPr>
          <p:cNvPr id="21" name="ZoneTexte 20">
            <a:extLst>
              <a:ext uri="{FF2B5EF4-FFF2-40B4-BE49-F238E27FC236}">
                <a16:creationId xmlns:a16="http://schemas.microsoft.com/office/drawing/2014/main" id="{90E638DB-54B9-5C9E-C2C6-6821795A44BC}"/>
              </a:ext>
            </a:extLst>
          </p:cNvPr>
          <p:cNvSpPr txBox="1"/>
          <p:nvPr/>
        </p:nvSpPr>
        <p:spPr>
          <a:xfrm>
            <a:off x="4784243" y="3372378"/>
            <a:ext cx="4047234" cy="1379032"/>
          </a:xfrm>
          <a:prstGeom prst="rect">
            <a:avLst/>
          </a:prstGeom>
          <a:solidFill>
            <a:srgbClr val="002060"/>
          </a:solidFill>
          <a:ln>
            <a:solidFill>
              <a:srgbClr val="002060"/>
            </a:solidFill>
          </a:ln>
          <a:scene3d>
            <a:camera prst="orthographicFront"/>
            <a:lightRig rig="threePt" dir="t"/>
          </a:scene3d>
          <a:sp3d>
            <a:bevelT w="139700" prst="cross"/>
          </a:sp3d>
        </p:spPr>
        <p:txBody>
          <a:bodyPr wrap="square" rtlCol="0">
            <a:spAutoFit/>
          </a:bodyPr>
          <a:lstStyle>
            <a:defPPr rtl="0">
              <a:defRPr lang="fr-fr"/>
            </a:defPPr>
            <a:lvl1pPr algn="ctr">
              <a:defRPr sz="1400" b="1">
                <a:solidFill>
                  <a:schemeClr val="bg1"/>
                </a:solidFill>
                <a:latin typeface="Times New Roman" panose="02020603050405020304" pitchFamily="18" charset="0"/>
                <a:cs typeface="Times New Roman" panose="02020603050405020304" pitchFamily="18" charset="0"/>
              </a:defRPr>
            </a:lvl1pPr>
            <a:lvl2pPr marL="742727" lvl="1" indent="-285664">
              <a:buFont typeface="Arial" panose="020B0604020202020204" pitchFamily="34" charset="0"/>
              <a:buChar char="•"/>
              <a:defRPr sz="1600">
                <a:solidFill>
                  <a:schemeClr val="bg1"/>
                </a:solidFill>
                <a:latin typeface="Times New Roman" panose="02020603050405020304" pitchFamily="18" charset="0"/>
                <a:cs typeface="Times New Roman" panose="02020603050405020304" pitchFamily="18" charset="0"/>
              </a:defRPr>
            </a:lvl2pPr>
          </a:lstStyle>
          <a:p>
            <a:pPr defTabSz="685800">
              <a:buClrTx/>
            </a:pPr>
            <a:endParaRPr lang="fr-FR" sz="1050" kern="1200" dirty="0">
              <a:solidFill>
                <a:prstClr val="white"/>
              </a:solidFill>
              <a:ea typeface="+mn-ea"/>
            </a:endParaRPr>
          </a:p>
          <a:p>
            <a:pPr defTabSz="685800">
              <a:buClrTx/>
            </a:pPr>
            <a:r>
              <a:rPr lang="fr-FR" sz="1200" kern="1200" dirty="0">
                <a:solidFill>
                  <a:prstClr val="white"/>
                </a:solidFill>
                <a:ea typeface="+mn-ea"/>
              </a:rPr>
              <a:t>Méthodes maintenance </a:t>
            </a:r>
          </a:p>
          <a:p>
            <a:pPr marL="171450" indent="-171450" algn="l" defTabSz="685800">
              <a:lnSpc>
                <a:spcPct val="150000"/>
              </a:lnSpc>
              <a:buClrTx/>
              <a:buFont typeface="Wingdings" panose="05000000000000000000" pitchFamily="2" charset="2"/>
              <a:buChar char="v"/>
            </a:pPr>
            <a:r>
              <a:rPr lang="fr-FR" sz="1050" b="0" kern="1200" dirty="0">
                <a:solidFill>
                  <a:prstClr val="white"/>
                </a:solidFill>
                <a:ea typeface="+mn-ea"/>
              </a:rPr>
              <a:t>Réalisation du planning unique </a:t>
            </a:r>
          </a:p>
          <a:p>
            <a:pPr marL="171450" indent="-171450" algn="l" defTabSz="685800">
              <a:lnSpc>
                <a:spcPct val="150000"/>
              </a:lnSpc>
              <a:buClrTx/>
              <a:buFont typeface="Wingdings" panose="05000000000000000000" pitchFamily="2" charset="2"/>
              <a:buChar char="v"/>
            </a:pPr>
            <a:r>
              <a:rPr lang="fr-FR" sz="1050" b="0" kern="1200" dirty="0">
                <a:solidFill>
                  <a:prstClr val="white"/>
                </a:solidFill>
                <a:ea typeface="+mn-ea"/>
              </a:rPr>
              <a:t>Préparation des KPI préventifs KPI</a:t>
            </a:r>
          </a:p>
          <a:p>
            <a:pPr marL="171450" indent="-171450" algn="l" defTabSz="685800">
              <a:lnSpc>
                <a:spcPct val="150000"/>
              </a:lnSpc>
              <a:buClrTx/>
              <a:buFont typeface="Wingdings" panose="05000000000000000000" pitchFamily="2" charset="2"/>
              <a:buChar char="v"/>
            </a:pPr>
            <a:r>
              <a:rPr lang="fr-FR" sz="1050" b="0" kern="1200" dirty="0">
                <a:solidFill>
                  <a:prstClr val="white"/>
                </a:solidFill>
                <a:ea typeface="+mn-ea"/>
              </a:rPr>
              <a:t>Modification des plans de maintenance </a:t>
            </a:r>
          </a:p>
          <a:p>
            <a:pPr marL="171450" indent="-171450" algn="l" defTabSz="685800">
              <a:lnSpc>
                <a:spcPct val="150000"/>
              </a:lnSpc>
              <a:buClrTx/>
              <a:buFont typeface="Wingdings" panose="05000000000000000000" pitchFamily="2" charset="2"/>
              <a:buChar char="v"/>
            </a:pPr>
            <a:r>
              <a:rPr lang="fr-FR" sz="1050" b="0" kern="1200" dirty="0">
                <a:solidFill>
                  <a:prstClr val="white"/>
                </a:solidFill>
                <a:ea typeface="+mn-ea"/>
              </a:rPr>
              <a:t>Mise à jour des gammes de maintenance</a:t>
            </a:r>
          </a:p>
        </p:txBody>
      </p:sp>
      <p:sp>
        <p:nvSpPr>
          <p:cNvPr id="22" name="ZoneTexte 21">
            <a:extLst>
              <a:ext uri="{FF2B5EF4-FFF2-40B4-BE49-F238E27FC236}">
                <a16:creationId xmlns:a16="http://schemas.microsoft.com/office/drawing/2014/main" id="{EFA02286-7B51-077F-C305-736812C37EAF}"/>
              </a:ext>
            </a:extLst>
          </p:cNvPr>
          <p:cNvSpPr txBox="1"/>
          <p:nvPr/>
        </p:nvSpPr>
        <p:spPr>
          <a:xfrm>
            <a:off x="4784243" y="1124487"/>
            <a:ext cx="4047234" cy="1794530"/>
          </a:xfrm>
          <a:prstGeom prst="rect">
            <a:avLst/>
          </a:prstGeom>
          <a:solidFill>
            <a:srgbClr val="002060"/>
          </a:solidFill>
          <a:ln>
            <a:solidFill>
              <a:srgbClr val="002060"/>
            </a:solidFill>
          </a:ln>
          <a:scene3d>
            <a:camera prst="orthographicFront"/>
            <a:lightRig rig="threePt" dir="t"/>
          </a:scene3d>
          <a:sp3d>
            <a:bevelT w="139700" prst="cross"/>
          </a:sp3d>
        </p:spPr>
        <p:txBody>
          <a:bodyPr wrap="square" rtlCol="0">
            <a:spAutoFit/>
          </a:bodyPr>
          <a:lstStyle/>
          <a:p>
            <a:pPr algn="ctr" defTabSz="685800">
              <a:buClrTx/>
            </a:pPr>
            <a:endParaRPr lang="fr-FR" sz="1050" b="1" kern="1200" dirty="0">
              <a:solidFill>
                <a:prstClr val="white"/>
              </a:solidFill>
              <a:latin typeface="Times New Roman" panose="02020603050405020304" pitchFamily="18" charset="0"/>
              <a:ea typeface="+mn-ea"/>
              <a:cs typeface="Times New Roman" panose="02020603050405020304" pitchFamily="18" charset="0"/>
            </a:endParaRPr>
          </a:p>
          <a:p>
            <a:pPr algn="ctr" defTabSz="685800">
              <a:buClrTx/>
            </a:pPr>
            <a:r>
              <a:rPr lang="fr-FR" b="1" kern="1200" dirty="0">
                <a:solidFill>
                  <a:prstClr val="white"/>
                </a:solidFill>
                <a:latin typeface="Times New Roman" panose="02020603050405020304" pitchFamily="18" charset="0"/>
                <a:ea typeface="+mn-ea"/>
                <a:cs typeface="Times New Roman" panose="02020603050405020304" pitchFamily="18" charset="0"/>
              </a:rPr>
              <a:t>   </a:t>
            </a:r>
            <a:r>
              <a:rPr lang="fr-FR" sz="1200" b="1" kern="1200" dirty="0">
                <a:solidFill>
                  <a:prstClr val="white"/>
                </a:solidFill>
                <a:latin typeface="Times New Roman" panose="02020603050405020304" pitchFamily="18" charset="0"/>
                <a:ea typeface="+mn-ea"/>
                <a:cs typeface="Times New Roman" panose="02020603050405020304" pitchFamily="18" charset="0"/>
              </a:rPr>
              <a:t>Gestionnaire </a:t>
            </a:r>
            <a:r>
              <a:rPr lang="fr-FR" sz="1200" b="1" kern="1200" dirty="0" err="1">
                <a:solidFill>
                  <a:prstClr val="white"/>
                </a:solidFill>
                <a:latin typeface="Times New Roman" panose="02020603050405020304" pitchFamily="18" charset="0"/>
                <a:ea typeface="+mn-ea"/>
                <a:cs typeface="Times New Roman" panose="02020603050405020304" pitchFamily="18" charset="0"/>
              </a:rPr>
              <a:t>Docinfo</a:t>
            </a:r>
            <a:endParaRPr lang="fr-FR" sz="1200" b="1" kern="1200" dirty="0">
              <a:solidFill>
                <a:prstClr val="white"/>
              </a:solidFill>
              <a:latin typeface="Times New Roman" panose="02020603050405020304" pitchFamily="18" charset="0"/>
              <a:ea typeface="+mn-ea"/>
              <a:cs typeface="Times New Roman" panose="02020603050405020304" pitchFamily="18" charset="0"/>
            </a:endParaRPr>
          </a:p>
          <a:p>
            <a:pPr algn="ctr" defTabSz="685800">
              <a:buClrTx/>
            </a:pPr>
            <a:endParaRPr lang="fr-FR" b="1" kern="1200" dirty="0">
              <a:solidFill>
                <a:prstClr val="white"/>
              </a:solidFill>
              <a:latin typeface="Times New Roman" panose="02020603050405020304" pitchFamily="18" charset="0"/>
              <a:ea typeface="+mn-ea"/>
              <a:cs typeface="Times New Roman" panose="02020603050405020304" pitchFamily="18" charset="0"/>
            </a:endParaRPr>
          </a:p>
          <a:p>
            <a:pPr marL="171450" indent="-171450" defTabSz="685800">
              <a:buClrTx/>
              <a:buFont typeface="Wingdings" panose="05000000000000000000" pitchFamily="2" charset="2"/>
              <a:buChar char="v"/>
            </a:pPr>
            <a:r>
              <a:rPr lang="fr-FR" sz="1100" kern="1200" dirty="0">
                <a:solidFill>
                  <a:prstClr val="white"/>
                </a:solidFill>
                <a:latin typeface="Times New Roman" panose="02020603050405020304" pitchFamily="18" charset="0"/>
                <a:ea typeface="+mn-ea"/>
                <a:cs typeface="Times New Roman" panose="02020603050405020304" pitchFamily="18" charset="0"/>
              </a:rPr>
              <a:t>Contrôle des documents métrologiques</a:t>
            </a:r>
          </a:p>
          <a:p>
            <a:pPr marL="171450" indent="-171450" defTabSz="685800">
              <a:lnSpc>
                <a:spcPct val="150000"/>
              </a:lnSpc>
              <a:buClrTx/>
              <a:buFont typeface="Wingdings" panose="05000000000000000000" pitchFamily="2" charset="2"/>
              <a:buChar char="v"/>
            </a:pPr>
            <a:r>
              <a:rPr lang="fr-FR" sz="1050" kern="1200" dirty="0">
                <a:solidFill>
                  <a:prstClr val="white"/>
                </a:solidFill>
                <a:latin typeface="Times New Roman" panose="02020603050405020304" pitchFamily="18" charset="0"/>
                <a:ea typeface="+mn-ea"/>
                <a:cs typeface="Times New Roman" panose="02020603050405020304" pitchFamily="18" charset="0"/>
              </a:rPr>
              <a:t>Contrôle des documents de maintenance (Préventive et Réglementaire)</a:t>
            </a:r>
          </a:p>
          <a:p>
            <a:pPr marL="171450" indent="-171450" defTabSz="685800">
              <a:lnSpc>
                <a:spcPct val="150000"/>
              </a:lnSpc>
              <a:buClrTx/>
              <a:buFont typeface="Wingdings" panose="05000000000000000000" pitchFamily="2" charset="2"/>
              <a:buChar char="v"/>
            </a:pPr>
            <a:r>
              <a:rPr lang="fr-FR" sz="1050" kern="1200" dirty="0">
                <a:solidFill>
                  <a:prstClr val="white"/>
                </a:solidFill>
                <a:latin typeface="Times New Roman" panose="02020603050405020304" pitchFamily="18" charset="0"/>
                <a:ea typeface="+mn-ea"/>
                <a:cs typeface="Times New Roman" panose="02020603050405020304" pitchFamily="18" charset="0"/>
              </a:rPr>
              <a:t>Stockage des rapports de maintenance (Préventive et Réglementaire)</a:t>
            </a:r>
          </a:p>
          <a:p>
            <a:pPr marL="171450" indent="-171450" defTabSz="685800">
              <a:lnSpc>
                <a:spcPct val="150000"/>
              </a:lnSpc>
              <a:buClrTx/>
              <a:buFont typeface="Wingdings" panose="05000000000000000000" pitchFamily="2" charset="2"/>
              <a:buChar char="v"/>
            </a:pPr>
            <a:r>
              <a:rPr lang="fr-FR" sz="1050" kern="1200" dirty="0">
                <a:solidFill>
                  <a:prstClr val="white"/>
                </a:solidFill>
                <a:latin typeface="Times New Roman" panose="02020603050405020304" pitchFamily="18" charset="0"/>
                <a:cs typeface="Times New Roman" panose="02020603050405020304" pitchFamily="18" charset="0"/>
              </a:rPr>
              <a:t>Stockage des rapports métrologiques </a:t>
            </a:r>
          </a:p>
        </p:txBody>
      </p:sp>
      <p:sp>
        <p:nvSpPr>
          <p:cNvPr id="23" name="ZoneTexte 22">
            <a:extLst>
              <a:ext uri="{FF2B5EF4-FFF2-40B4-BE49-F238E27FC236}">
                <a16:creationId xmlns:a16="http://schemas.microsoft.com/office/drawing/2014/main" id="{FB7BCE90-2C12-B926-2AF7-29F65F811D57}"/>
              </a:ext>
            </a:extLst>
          </p:cNvPr>
          <p:cNvSpPr txBox="1"/>
          <p:nvPr/>
        </p:nvSpPr>
        <p:spPr>
          <a:xfrm>
            <a:off x="312523" y="3044308"/>
            <a:ext cx="4416729" cy="1823576"/>
          </a:xfrm>
          <a:prstGeom prst="rect">
            <a:avLst/>
          </a:prstGeom>
          <a:solidFill>
            <a:srgbClr val="002060"/>
          </a:solidFill>
          <a:ln>
            <a:solidFill>
              <a:srgbClr val="002060"/>
            </a:solidFill>
          </a:ln>
          <a:scene3d>
            <a:camera prst="orthographicFront"/>
            <a:lightRig rig="threePt" dir="t"/>
          </a:scene3d>
          <a:sp3d>
            <a:bevelT w="139700" prst="cross"/>
          </a:sp3d>
        </p:spPr>
        <p:txBody>
          <a:bodyPr wrap="square" rtlCol="0">
            <a:spAutoFit/>
          </a:bodyPr>
          <a:lstStyle/>
          <a:p>
            <a:pPr algn="ctr" defTabSz="685800">
              <a:buClrTx/>
            </a:pPr>
            <a:endParaRPr lang="fr-FR" sz="1200" b="1" kern="1200" dirty="0">
              <a:solidFill>
                <a:prstClr val="white"/>
              </a:solidFill>
              <a:latin typeface="Times New Roman" panose="02020603050405020304" pitchFamily="18" charset="0"/>
              <a:ea typeface="+mn-ea"/>
              <a:cs typeface="Times New Roman" panose="02020603050405020304" pitchFamily="18" charset="0"/>
            </a:endParaRPr>
          </a:p>
          <a:p>
            <a:pPr algn="ctr" defTabSz="685800">
              <a:buClrTx/>
            </a:pPr>
            <a:r>
              <a:rPr lang="fr-FR" sz="1200" b="1" kern="1200" dirty="0">
                <a:solidFill>
                  <a:prstClr val="white"/>
                </a:solidFill>
                <a:latin typeface="Times New Roman" panose="02020603050405020304" pitchFamily="18" charset="0"/>
                <a:ea typeface="+mn-ea"/>
                <a:cs typeface="Times New Roman" panose="02020603050405020304" pitchFamily="18" charset="0"/>
              </a:rPr>
              <a:t>   Elaboration des plans de préventions</a:t>
            </a:r>
          </a:p>
          <a:p>
            <a:pPr marL="171450" indent="-171450" defTabSz="685800">
              <a:lnSpc>
                <a:spcPct val="150000"/>
              </a:lnSpc>
              <a:buClrTx/>
              <a:buFont typeface="Wingdings" panose="05000000000000000000" pitchFamily="2" charset="2"/>
              <a:buChar char="v"/>
            </a:pPr>
            <a:r>
              <a:rPr lang="fr-FR" sz="1100" kern="1200" dirty="0">
                <a:solidFill>
                  <a:prstClr val="white"/>
                </a:solidFill>
                <a:latin typeface="Times New Roman" panose="02020603050405020304" pitchFamily="18" charset="0"/>
                <a:ea typeface="+mn-ea"/>
                <a:cs typeface="Times New Roman" panose="02020603050405020304" pitchFamily="18" charset="0"/>
              </a:rPr>
              <a:t>Contacter les rangs 2 afin de préparer leurs venues sur site </a:t>
            </a:r>
          </a:p>
          <a:p>
            <a:pPr marL="171450" indent="-171450" defTabSz="685800">
              <a:lnSpc>
                <a:spcPct val="150000"/>
              </a:lnSpc>
              <a:buClrTx/>
              <a:buFont typeface="Wingdings" panose="05000000000000000000" pitchFamily="2" charset="2"/>
              <a:buChar char="v"/>
            </a:pPr>
            <a:r>
              <a:rPr lang="fr-FR" sz="1100" kern="1200" dirty="0">
                <a:solidFill>
                  <a:prstClr val="white"/>
                </a:solidFill>
                <a:latin typeface="Times New Roman" panose="02020603050405020304" pitchFamily="18" charset="0"/>
                <a:ea typeface="+mn-ea"/>
                <a:cs typeface="Times New Roman" panose="02020603050405020304" pitchFamily="18" charset="0"/>
              </a:rPr>
              <a:t>Contrôle des documents administratifs</a:t>
            </a:r>
          </a:p>
          <a:p>
            <a:pPr marL="171450" indent="-171450" defTabSz="685800">
              <a:lnSpc>
                <a:spcPct val="150000"/>
              </a:lnSpc>
              <a:buClrTx/>
              <a:buFont typeface="Wingdings" panose="05000000000000000000" pitchFamily="2" charset="2"/>
              <a:buChar char="v"/>
            </a:pPr>
            <a:r>
              <a:rPr lang="fr-FR" sz="1100" kern="1200" dirty="0">
                <a:solidFill>
                  <a:prstClr val="white"/>
                </a:solidFill>
                <a:latin typeface="Times New Roman" panose="02020603050405020304" pitchFamily="18" charset="0"/>
                <a:ea typeface="+mn-ea"/>
                <a:cs typeface="Times New Roman" panose="02020603050405020304" pitchFamily="18" charset="0"/>
              </a:rPr>
              <a:t>Vérification des modes opérations suivant l’analyse de risque fourni par le client :</a:t>
            </a:r>
          </a:p>
          <a:p>
            <a:pPr marL="557045" lvl="1" indent="-214248" algn="just" defTabSz="685800">
              <a:buClrTx/>
              <a:buFont typeface="Arial" panose="020B0604020202020204" pitchFamily="34" charset="0"/>
              <a:buChar char="•"/>
            </a:pPr>
            <a:r>
              <a:rPr lang="fr-FR" sz="1100" kern="1200" dirty="0">
                <a:solidFill>
                  <a:prstClr val="white"/>
                </a:solidFill>
                <a:latin typeface="Times New Roman" panose="02020603050405020304" pitchFamily="18" charset="0"/>
                <a:ea typeface="+mn-ea"/>
                <a:cs typeface="Times New Roman" panose="02020603050405020304" pitchFamily="18" charset="0"/>
              </a:rPr>
              <a:t>Faire la demande dans GERICO</a:t>
            </a:r>
          </a:p>
          <a:p>
            <a:pPr marL="557045" lvl="1" indent="-214248" algn="just" defTabSz="685800">
              <a:buClrTx/>
              <a:buFont typeface="Arial" panose="020B0604020202020204" pitchFamily="34" charset="0"/>
              <a:buChar char="•"/>
            </a:pPr>
            <a:r>
              <a:rPr lang="fr-FR" sz="1100" kern="1200" dirty="0">
                <a:solidFill>
                  <a:prstClr val="white"/>
                </a:solidFill>
                <a:latin typeface="Times New Roman" panose="02020603050405020304" pitchFamily="18" charset="0"/>
                <a:ea typeface="+mn-ea"/>
                <a:cs typeface="Times New Roman" panose="02020603050405020304" pitchFamily="18" charset="0"/>
              </a:rPr>
              <a:t>Faire la demande dans APEX </a:t>
            </a:r>
          </a:p>
        </p:txBody>
      </p:sp>
      <p:sp>
        <p:nvSpPr>
          <p:cNvPr id="24" name="ZoneTexte 23">
            <a:extLst>
              <a:ext uri="{FF2B5EF4-FFF2-40B4-BE49-F238E27FC236}">
                <a16:creationId xmlns:a16="http://schemas.microsoft.com/office/drawing/2014/main" id="{435579E0-D1C3-AFE5-C59F-03FC843EFEC2}"/>
              </a:ext>
            </a:extLst>
          </p:cNvPr>
          <p:cNvSpPr txBox="1"/>
          <p:nvPr/>
        </p:nvSpPr>
        <p:spPr>
          <a:xfrm>
            <a:off x="312523" y="1133480"/>
            <a:ext cx="4416729" cy="1836850"/>
          </a:xfrm>
          <a:prstGeom prst="rect">
            <a:avLst/>
          </a:prstGeom>
          <a:solidFill>
            <a:srgbClr val="002060"/>
          </a:solidFill>
          <a:ln>
            <a:solidFill>
              <a:srgbClr val="002060"/>
            </a:solidFill>
          </a:ln>
          <a:scene3d>
            <a:camera prst="orthographicFront"/>
            <a:lightRig rig="threePt" dir="t"/>
          </a:scene3d>
          <a:sp3d>
            <a:bevelT w="139700" prst="cross"/>
          </a:sp3d>
        </p:spPr>
        <p:txBody>
          <a:bodyPr wrap="square" rtlCol="0">
            <a:spAutoFit/>
          </a:bodyPr>
          <a:lstStyle>
            <a:defPPr rtl="0">
              <a:defRPr lang="fr-fr"/>
            </a:defPPr>
            <a:lvl1pPr algn="ctr">
              <a:defRPr sz="1400" b="1">
                <a:solidFill>
                  <a:schemeClr val="bg1"/>
                </a:solidFill>
                <a:latin typeface="Times New Roman" panose="02020603050405020304" pitchFamily="18" charset="0"/>
                <a:cs typeface="Times New Roman" panose="02020603050405020304" pitchFamily="18" charset="0"/>
              </a:defRPr>
            </a:lvl1pPr>
            <a:lvl2pPr marL="742727" lvl="1" indent="-285664">
              <a:buFont typeface="Arial" panose="020B0604020202020204" pitchFamily="34" charset="0"/>
              <a:buChar char="•"/>
              <a:defRPr sz="1600">
                <a:solidFill>
                  <a:schemeClr val="bg1"/>
                </a:solidFill>
                <a:latin typeface="Times New Roman" panose="02020603050405020304" pitchFamily="18" charset="0"/>
                <a:cs typeface="Times New Roman" panose="02020603050405020304" pitchFamily="18" charset="0"/>
              </a:defRPr>
            </a:lvl2pPr>
          </a:lstStyle>
          <a:p>
            <a:pPr defTabSz="685800">
              <a:buClrTx/>
            </a:pPr>
            <a:endParaRPr lang="fr-FR" sz="1050" kern="1200" dirty="0">
              <a:solidFill>
                <a:prstClr val="white"/>
              </a:solidFill>
              <a:ea typeface="+mn-ea"/>
            </a:endParaRPr>
          </a:p>
          <a:p>
            <a:pPr defTabSz="685800">
              <a:buClrTx/>
            </a:pPr>
            <a:r>
              <a:rPr lang="fr-FR" sz="1200" kern="1200" dirty="0">
                <a:solidFill>
                  <a:prstClr val="white"/>
                </a:solidFill>
                <a:ea typeface="+mn-ea"/>
              </a:rPr>
              <a:t>Documentation de la GMAO </a:t>
            </a:r>
          </a:p>
          <a:p>
            <a:pPr defTabSz="685800">
              <a:buClrTx/>
            </a:pPr>
            <a:r>
              <a:rPr lang="fr-FR" kern="1200" dirty="0">
                <a:solidFill>
                  <a:prstClr val="white"/>
                </a:solidFill>
                <a:ea typeface="+mn-ea"/>
              </a:rPr>
              <a:t> </a:t>
            </a:r>
          </a:p>
          <a:p>
            <a:pPr marL="171450" indent="-171450" algn="l" defTabSz="685800">
              <a:lnSpc>
                <a:spcPct val="150000"/>
              </a:lnSpc>
              <a:buClrTx/>
              <a:buFont typeface="Wingdings" panose="05000000000000000000" pitchFamily="2" charset="2"/>
              <a:buChar char="v"/>
            </a:pPr>
            <a:r>
              <a:rPr lang="fr-FR" sz="1050" b="0" kern="1200" dirty="0">
                <a:solidFill>
                  <a:prstClr val="white"/>
                </a:solidFill>
                <a:ea typeface="+mn-ea"/>
              </a:rPr>
              <a:t>Renseigne des faits marquants dans les OT respectif après une maintenance </a:t>
            </a:r>
          </a:p>
          <a:p>
            <a:pPr marL="171450" indent="-171450" algn="l" defTabSz="685800">
              <a:lnSpc>
                <a:spcPct val="150000"/>
              </a:lnSpc>
              <a:buClrTx/>
              <a:buFont typeface="Wingdings" panose="05000000000000000000" pitchFamily="2" charset="2"/>
              <a:buChar char="v"/>
            </a:pPr>
            <a:r>
              <a:rPr lang="fr-FR" sz="1050" b="0" kern="1200" dirty="0">
                <a:solidFill>
                  <a:prstClr val="white"/>
                </a:solidFill>
                <a:ea typeface="+mn-ea"/>
              </a:rPr>
              <a:t>Renseignement des dates de début et dates de fin avec arrêt</a:t>
            </a:r>
          </a:p>
          <a:p>
            <a:pPr marL="171450" indent="-171450" algn="l" defTabSz="685800">
              <a:lnSpc>
                <a:spcPct val="150000"/>
              </a:lnSpc>
              <a:buClrTx/>
              <a:buFont typeface="Wingdings" panose="05000000000000000000" pitchFamily="2" charset="2"/>
              <a:buChar char="v"/>
            </a:pPr>
            <a:r>
              <a:rPr lang="fr-FR" sz="1050" b="0" kern="1200" dirty="0">
                <a:solidFill>
                  <a:prstClr val="white"/>
                </a:solidFill>
                <a:ea typeface="+mn-ea"/>
              </a:rPr>
              <a:t>Vérification de la création du ZSAD </a:t>
            </a:r>
          </a:p>
          <a:p>
            <a:pPr marL="171450" indent="-171450" algn="l" defTabSz="685800">
              <a:lnSpc>
                <a:spcPct val="150000"/>
              </a:lnSpc>
              <a:buClrTx/>
              <a:buFont typeface="Wingdings" panose="05000000000000000000" pitchFamily="2" charset="2"/>
              <a:buChar char="v"/>
            </a:pPr>
            <a:r>
              <a:rPr lang="fr-FR" sz="1050" b="0" kern="1200" dirty="0">
                <a:solidFill>
                  <a:prstClr val="white"/>
                </a:solidFill>
                <a:ea typeface="+mn-ea"/>
              </a:rPr>
              <a:t>Confirmation de l’OT en vérifiant les arrêts des maintenances</a:t>
            </a:r>
          </a:p>
          <a:p>
            <a:pPr algn="l" defTabSz="685800">
              <a:lnSpc>
                <a:spcPct val="150000"/>
              </a:lnSpc>
              <a:buClrTx/>
            </a:pPr>
            <a:endParaRPr lang="fr-FR" sz="1050" b="0" kern="1200" dirty="0">
              <a:solidFill>
                <a:prstClr val="white"/>
              </a:solidFill>
              <a:ea typeface="+mn-ea"/>
            </a:endParaRPr>
          </a:p>
        </p:txBody>
      </p:sp>
      <p:pic>
        <p:nvPicPr>
          <p:cNvPr id="25" name="Image 24" descr="Une image contenant capture d’écran, cercle, texte, logo&#10;&#10;Le contenu généré par l’IA peut être incorrect.">
            <a:extLst>
              <a:ext uri="{FF2B5EF4-FFF2-40B4-BE49-F238E27FC236}">
                <a16:creationId xmlns:a16="http://schemas.microsoft.com/office/drawing/2014/main" id="{D88F4AB7-E7A7-9FC1-3BAE-B7909E1C80B2}"/>
              </a:ext>
            </a:extLst>
          </p:cNvPr>
          <p:cNvPicPr>
            <a:picLocks noChangeAspect="1"/>
          </p:cNvPicPr>
          <p:nvPr/>
        </p:nvPicPr>
        <p:blipFill>
          <a:blip r:embed="rId3"/>
          <a:stretch>
            <a:fillRect/>
          </a:stretch>
        </p:blipFill>
        <p:spPr>
          <a:xfrm>
            <a:off x="312523" y="247054"/>
            <a:ext cx="845613" cy="731262"/>
          </a:xfrm>
          <a:prstGeom prst="rect">
            <a:avLst/>
          </a:prstGeom>
          <a:effectLst/>
        </p:spPr>
      </p:pic>
    </p:spTree>
    <p:extLst>
      <p:ext uri="{BB962C8B-B14F-4D97-AF65-F5344CB8AC3E}">
        <p14:creationId xmlns:p14="http://schemas.microsoft.com/office/powerpoint/2010/main" val="25422630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Shape 265">
          <a:extLst>
            <a:ext uri="{FF2B5EF4-FFF2-40B4-BE49-F238E27FC236}">
              <a16:creationId xmlns:a16="http://schemas.microsoft.com/office/drawing/2014/main" id="{6E6EF933-5865-8E31-0718-3E3B1B6B4AAE}"/>
            </a:ext>
          </a:extLst>
        </p:cNvPr>
        <p:cNvGrpSpPr/>
        <p:nvPr/>
      </p:nvGrpSpPr>
      <p:grpSpPr>
        <a:xfrm>
          <a:off x="0" y="0"/>
          <a:ext cx="0" cy="0"/>
          <a:chOff x="0" y="0"/>
          <a:chExt cx="0" cy="0"/>
        </a:xfrm>
      </p:grpSpPr>
      <p:sp>
        <p:nvSpPr>
          <p:cNvPr id="3" name="Ruban : incliné vers le bas 2">
            <a:extLst>
              <a:ext uri="{FF2B5EF4-FFF2-40B4-BE49-F238E27FC236}">
                <a16:creationId xmlns:a16="http://schemas.microsoft.com/office/drawing/2014/main" id="{F9FB6900-6ED0-09CC-C691-E045B08BCA51}"/>
              </a:ext>
            </a:extLst>
          </p:cNvPr>
          <p:cNvSpPr/>
          <p:nvPr/>
        </p:nvSpPr>
        <p:spPr>
          <a:xfrm>
            <a:off x="914898" y="883628"/>
            <a:ext cx="7988185" cy="157590"/>
          </a:xfrm>
          <a:prstGeom prst="ribbon">
            <a:avLst/>
          </a:prstGeom>
          <a:solidFill>
            <a:srgbClr val="00206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rgbClr val="002060"/>
              </a:solidFill>
            </a:endParaRPr>
          </a:p>
        </p:txBody>
      </p:sp>
      <p:cxnSp>
        <p:nvCxnSpPr>
          <p:cNvPr id="33" name="Connecteur droit 32">
            <a:extLst>
              <a:ext uri="{FF2B5EF4-FFF2-40B4-BE49-F238E27FC236}">
                <a16:creationId xmlns:a16="http://schemas.microsoft.com/office/drawing/2014/main" id="{0A7800E4-A061-436C-F55D-40E5749EEDA3}"/>
              </a:ext>
            </a:extLst>
          </p:cNvPr>
          <p:cNvCxnSpPr>
            <a:cxnSpLocks/>
          </p:cNvCxnSpPr>
          <p:nvPr/>
        </p:nvCxnSpPr>
        <p:spPr>
          <a:xfrm>
            <a:off x="141317" y="1138102"/>
            <a:ext cx="9002683"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18" name="Titre 1">
            <a:extLst>
              <a:ext uri="{FF2B5EF4-FFF2-40B4-BE49-F238E27FC236}">
                <a16:creationId xmlns:a16="http://schemas.microsoft.com/office/drawing/2014/main" id="{8B068134-F53B-245D-6C2A-E61EACAC8E64}"/>
              </a:ext>
            </a:extLst>
          </p:cNvPr>
          <p:cNvSpPr>
            <a:spLocks noGrp="1"/>
          </p:cNvSpPr>
          <p:nvPr>
            <p:ph type="title"/>
          </p:nvPr>
        </p:nvSpPr>
        <p:spPr>
          <a:xfrm>
            <a:off x="1284775" y="109748"/>
            <a:ext cx="7205560" cy="875345"/>
          </a:xfrm>
        </p:spPr>
        <p:txBody>
          <a:bodyPr vert="horz" lIns="68562" tIns="34281" rIns="68562" bIns="34281" rtlCol="0" anchor="ctr">
            <a:normAutofit/>
          </a:bodyPr>
          <a:lstStyle/>
          <a:p>
            <a:pPr algn="ctr"/>
            <a:r>
              <a:rPr lang="fr-FR" altLang="fr-FR" sz="2100" dirty="0">
                <a:solidFill>
                  <a:srgbClr val="002060"/>
                </a:solidFill>
                <a:latin typeface="Algerian" panose="04020705040A02060702" pitchFamily="82" charset="0"/>
                <a:ea typeface="Open Sans Extrabold" panose="020B0606030504020204" pitchFamily="34" charset="0"/>
                <a:cs typeface="Open Sans Extrabold" panose="020B0606030504020204" pitchFamily="34" charset="0"/>
              </a:rPr>
              <a:t>NOS Prestations en METHODES MAINTENANCE INDUSTRIELLE ET TERTIAIRE</a:t>
            </a:r>
            <a:endParaRPr lang="fr-FR" altLang="fr-FR" sz="2100" b="1" dirty="0">
              <a:solidFill>
                <a:srgbClr val="002060"/>
              </a:solidFill>
              <a:latin typeface="Algerian" panose="04020705040A02060702" pitchFamily="82" charset="0"/>
              <a:ea typeface="Open Sans Extrabold" panose="020B0606030504020204" pitchFamily="34" charset="0"/>
              <a:cs typeface="Open Sans Extrabold" panose="020B0606030504020204" pitchFamily="34" charset="0"/>
            </a:endParaRPr>
          </a:p>
        </p:txBody>
      </p:sp>
      <p:grpSp>
        <p:nvGrpSpPr>
          <p:cNvPr id="19" name="Groupe 18">
            <a:extLst>
              <a:ext uri="{FF2B5EF4-FFF2-40B4-BE49-F238E27FC236}">
                <a16:creationId xmlns:a16="http://schemas.microsoft.com/office/drawing/2014/main" id="{9E7C83DE-647C-B5B1-6A91-2987AF4799B6}"/>
              </a:ext>
            </a:extLst>
          </p:cNvPr>
          <p:cNvGrpSpPr/>
          <p:nvPr/>
        </p:nvGrpSpPr>
        <p:grpSpPr>
          <a:xfrm>
            <a:off x="301377" y="1229772"/>
            <a:ext cx="8504472" cy="3623021"/>
            <a:chOff x="301377" y="1164543"/>
            <a:chExt cx="8504472" cy="3623021"/>
          </a:xfrm>
        </p:grpSpPr>
        <p:sp>
          <p:nvSpPr>
            <p:cNvPr id="20" name="ZoneTexte 19">
              <a:extLst>
                <a:ext uri="{FF2B5EF4-FFF2-40B4-BE49-F238E27FC236}">
                  <a16:creationId xmlns:a16="http://schemas.microsoft.com/office/drawing/2014/main" id="{23495A16-22AD-01A9-1D63-E44B6B26CA58}"/>
                </a:ext>
              </a:extLst>
            </p:cNvPr>
            <p:cNvSpPr txBox="1"/>
            <p:nvPr/>
          </p:nvSpPr>
          <p:spPr>
            <a:xfrm>
              <a:off x="4821381" y="1164543"/>
              <a:ext cx="3984468" cy="1644489"/>
            </a:xfrm>
            <a:prstGeom prst="rect">
              <a:avLst/>
            </a:prstGeom>
            <a:solidFill>
              <a:srgbClr val="002060"/>
            </a:solidFill>
            <a:ln>
              <a:solidFill>
                <a:srgbClr val="002060"/>
              </a:solidFill>
            </a:ln>
            <a:scene3d>
              <a:camera prst="orthographicFront"/>
              <a:lightRig rig="threePt" dir="t"/>
            </a:scene3d>
            <a:sp3d>
              <a:bevelT w="139700" prst="cross"/>
            </a:sp3d>
          </p:spPr>
          <p:txBody>
            <a:bodyPr wrap="square" rtlCol="0">
              <a:spAutoFit/>
            </a:bodyPr>
            <a:lstStyle>
              <a:defPPr rtl="0">
                <a:defRPr lang="fr-fr"/>
              </a:defPPr>
              <a:lvl1pPr algn="ctr">
                <a:defRPr sz="1400" b="1">
                  <a:solidFill>
                    <a:schemeClr val="bg1"/>
                  </a:solidFill>
                  <a:latin typeface="Times New Roman" panose="02020603050405020304" pitchFamily="18" charset="0"/>
                  <a:cs typeface="Times New Roman" panose="02020603050405020304" pitchFamily="18" charset="0"/>
                </a:defRPr>
              </a:lvl1pPr>
              <a:lvl2pPr marL="742727" lvl="1" indent="-285664">
                <a:buFont typeface="Arial" panose="020B0604020202020204" pitchFamily="34" charset="0"/>
                <a:buChar char="•"/>
                <a:defRPr sz="1600">
                  <a:solidFill>
                    <a:schemeClr val="bg1"/>
                  </a:solidFill>
                  <a:latin typeface="Times New Roman" panose="02020603050405020304" pitchFamily="18" charset="0"/>
                  <a:cs typeface="Times New Roman" panose="02020603050405020304" pitchFamily="18" charset="0"/>
                </a:defRPr>
              </a:lvl2pPr>
            </a:lstStyle>
            <a:p>
              <a:r>
                <a:rPr lang="fr-FR" sz="1200" dirty="0"/>
                <a:t>Indicateurs et pilotage de la maintenance</a:t>
              </a:r>
            </a:p>
            <a:p>
              <a:endParaRPr lang="fr-FR" sz="1200" dirty="0"/>
            </a:p>
            <a:p>
              <a:pPr marL="171450" indent="-171450" algn="l" defTabSz="685800">
                <a:lnSpc>
                  <a:spcPct val="150000"/>
                </a:lnSpc>
                <a:buClrTx/>
                <a:buFont typeface="Wingdings" panose="05000000000000000000" pitchFamily="2" charset="2"/>
                <a:buChar char="v"/>
              </a:pPr>
              <a:r>
                <a:rPr lang="fr-FR" sz="1050" b="0" kern="1200" dirty="0">
                  <a:solidFill>
                    <a:prstClr val="white"/>
                  </a:solidFill>
                  <a:ea typeface="+mn-ea"/>
                </a:rPr>
                <a:t>Mise en place et suivi des indicateurs clés de performance (KPI)</a:t>
              </a:r>
            </a:p>
            <a:p>
              <a:pPr marL="171450" indent="-171450" algn="l" defTabSz="685800">
                <a:lnSpc>
                  <a:spcPct val="150000"/>
                </a:lnSpc>
                <a:buClrTx/>
                <a:buFont typeface="Wingdings" panose="05000000000000000000" pitchFamily="2" charset="2"/>
                <a:buChar char="v"/>
              </a:pPr>
              <a:r>
                <a:rPr lang="fr-FR" sz="1050" b="0" kern="1200" dirty="0">
                  <a:solidFill>
                    <a:prstClr val="white"/>
                  </a:solidFill>
                  <a:ea typeface="+mn-ea"/>
                </a:rPr>
                <a:t>Définition et implémentation des indicateurs clés de performance</a:t>
              </a:r>
            </a:p>
            <a:p>
              <a:pPr marL="171450" indent="-171450" algn="l" defTabSz="685800">
                <a:lnSpc>
                  <a:spcPct val="150000"/>
                </a:lnSpc>
                <a:buClrTx/>
                <a:buFont typeface="Wingdings" panose="05000000000000000000" pitchFamily="2" charset="2"/>
                <a:buChar char="v"/>
              </a:pPr>
              <a:r>
                <a:rPr lang="fr-FR" sz="1050" b="0" kern="1200" dirty="0">
                  <a:solidFill>
                    <a:prstClr val="white"/>
                  </a:solidFill>
                  <a:ea typeface="+mn-ea"/>
                </a:rPr>
                <a:t>Mise en place de tableaux de bord de performance</a:t>
              </a:r>
            </a:p>
            <a:p>
              <a:pPr marL="171450" indent="-171450" algn="l" defTabSz="685800">
                <a:lnSpc>
                  <a:spcPct val="150000"/>
                </a:lnSpc>
                <a:buClrTx/>
                <a:buFont typeface="Wingdings" panose="05000000000000000000" pitchFamily="2" charset="2"/>
                <a:buChar char="v"/>
              </a:pPr>
              <a:r>
                <a:rPr lang="fr-FR" sz="1050" b="0" kern="1200" dirty="0">
                  <a:solidFill>
                    <a:prstClr val="white"/>
                  </a:solidFill>
                  <a:ea typeface="+mn-ea"/>
                </a:rPr>
                <a:t>Réalisation des bilans mensuels des indicateurs clés de performance</a:t>
              </a:r>
            </a:p>
            <a:p>
              <a:pPr marL="171450" indent="-171450" algn="l" defTabSz="685800">
                <a:lnSpc>
                  <a:spcPct val="150000"/>
                </a:lnSpc>
                <a:buClrTx/>
                <a:buFont typeface="Wingdings" panose="05000000000000000000" pitchFamily="2" charset="2"/>
                <a:buChar char="v"/>
              </a:pPr>
              <a:r>
                <a:rPr lang="fr-FR" sz="1050" b="0" kern="1200" dirty="0">
                  <a:solidFill>
                    <a:prstClr val="white"/>
                  </a:solidFill>
                  <a:ea typeface="+mn-ea"/>
                </a:rPr>
                <a:t>Préparation des bilans mensuels, bimestriels et annuels</a:t>
              </a:r>
            </a:p>
          </p:txBody>
        </p:sp>
        <p:sp>
          <p:nvSpPr>
            <p:cNvPr id="2" name="ZoneTexte 1">
              <a:extLst>
                <a:ext uri="{FF2B5EF4-FFF2-40B4-BE49-F238E27FC236}">
                  <a16:creationId xmlns:a16="http://schemas.microsoft.com/office/drawing/2014/main" id="{731B0ED3-246C-A32F-5FB5-EA1A8DDA0302}"/>
                </a:ext>
              </a:extLst>
            </p:cNvPr>
            <p:cNvSpPr txBox="1"/>
            <p:nvPr/>
          </p:nvSpPr>
          <p:spPr>
            <a:xfrm>
              <a:off x="301377" y="2900701"/>
              <a:ext cx="4420252" cy="1886863"/>
            </a:xfrm>
            <a:prstGeom prst="rect">
              <a:avLst/>
            </a:prstGeom>
            <a:solidFill>
              <a:srgbClr val="002060"/>
            </a:solidFill>
            <a:ln>
              <a:solidFill>
                <a:srgbClr val="002060"/>
              </a:solidFill>
            </a:ln>
            <a:scene3d>
              <a:camera prst="orthographicFront"/>
              <a:lightRig rig="threePt" dir="t"/>
            </a:scene3d>
            <a:sp3d>
              <a:bevelT w="139700" prst="cross"/>
            </a:sp3d>
          </p:spPr>
          <p:txBody>
            <a:bodyPr wrap="square" rtlCol="0">
              <a:spAutoFit/>
            </a:bodyPr>
            <a:lstStyle/>
            <a:p>
              <a:pPr algn="ctr"/>
              <a:r>
                <a:rPr lang="fr-FR" sz="1200" b="1" dirty="0">
                  <a:solidFill>
                    <a:schemeClr val="bg1"/>
                  </a:solidFill>
                  <a:latin typeface="Times New Roman" panose="02020603050405020304" pitchFamily="18" charset="0"/>
                  <a:cs typeface="Times New Roman" panose="02020603050405020304" pitchFamily="18" charset="0"/>
                </a:rPr>
                <a:t>Maintenance préventive et stratégie</a:t>
              </a:r>
            </a:p>
            <a:p>
              <a:pPr algn="ctr"/>
              <a:endParaRPr lang="fr-FR" sz="1200" b="1" dirty="0">
                <a:solidFill>
                  <a:schemeClr val="bg1"/>
                </a:solidFill>
                <a:latin typeface="Times New Roman" panose="02020603050405020304" pitchFamily="18" charset="0"/>
                <a:cs typeface="Times New Roman" panose="02020603050405020304" pitchFamily="18" charset="0"/>
              </a:endParaRPr>
            </a:p>
            <a:p>
              <a:pPr marL="171450" indent="-171450" defTabSz="685800">
                <a:lnSpc>
                  <a:spcPct val="150000"/>
                </a:lnSpc>
                <a:buClrTx/>
                <a:buFont typeface="Wingdings" panose="05000000000000000000" pitchFamily="2" charset="2"/>
                <a:buChar char="v"/>
              </a:pPr>
              <a:r>
                <a:rPr lang="fr-FR" sz="1050" kern="1200" dirty="0">
                  <a:solidFill>
                    <a:prstClr val="white"/>
                  </a:solidFill>
                  <a:latin typeface="Times New Roman" panose="02020603050405020304" pitchFamily="18" charset="0"/>
                  <a:ea typeface="+mn-ea"/>
                  <a:cs typeface="Times New Roman" panose="02020603050405020304" pitchFamily="18" charset="0"/>
                </a:rPr>
                <a:t>Mise en place de vos plannings de maintenance préventive et réglementaire</a:t>
              </a:r>
            </a:p>
            <a:p>
              <a:pPr marL="171450" indent="-171450" defTabSz="685800">
                <a:lnSpc>
                  <a:spcPct val="150000"/>
                </a:lnSpc>
                <a:buClrTx/>
                <a:buFont typeface="Wingdings" panose="05000000000000000000" pitchFamily="2" charset="2"/>
                <a:buChar char="v"/>
              </a:pPr>
              <a:r>
                <a:rPr lang="fr-FR" sz="1050" kern="1200" dirty="0">
                  <a:solidFill>
                    <a:prstClr val="white"/>
                  </a:solidFill>
                  <a:latin typeface="Times New Roman" panose="02020603050405020304" pitchFamily="18" charset="0"/>
                  <a:ea typeface="+mn-ea"/>
                  <a:cs typeface="Times New Roman" panose="02020603050405020304" pitchFamily="18" charset="0"/>
                </a:rPr>
                <a:t>Rédaction et mise à jour de vos plans de maintenance préventive et réglementaire</a:t>
              </a:r>
            </a:p>
            <a:p>
              <a:pPr marL="171450" indent="-171450" defTabSz="685800">
                <a:lnSpc>
                  <a:spcPct val="150000"/>
                </a:lnSpc>
                <a:buClrTx/>
                <a:buFont typeface="Wingdings" panose="05000000000000000000" pitchFamily="2" charset="2"/>
                <a:buChar char="v"/>
              </a:pPr>
              <a:r>
                <a:rPr lang="fr-FR" sz="1050" kern="1200" dirty="0">
                  <a:solidFill>
                    <a:prstClr val="white"/>
                  </a:solidFill>
                  <a:latin typeface="Times New Roman" panose="02020603050405020304" pitchFamily="18" charset="0"/>
                  <a:ea typeface="+mn-ea"/>
                  <a:cs typeface="Times New Roman" panose="02020603050405020304" pitchFamily="18" charset="0"/>
                </a:rPr>
                <a:t>Rédaction et mise à jour de vos gammes de maintenance préventive</a:t>
              </a:r>
            </a:p>
            <a:p>
              <a:pPr marL="171450" indent="-171450" defTabSz="685800">
                <a:lnSpc>
                  <a:spcPct val="150000"/>
                </a:lnSpc>
                <a:buClrTx/>
                <a:buFont typeface="Wingdings" panose="05000000000000000000" pitchFamily="2" charset="2"/>
                <a:buChar char="v"/>
              </a:pPr>
              <a:r>
                <a:rPr lang="fr-FR" sz="1050" kern="1200" dirty="0">
                  <a:solidFill>
                    <a:prstClr val="white"/>
                  </a:solidFill>
                  <a:latin typeface="Times New Roman" panose="02020603050405020304" pitchFamily="18" charset="0"/>
                  <a:ea typeface="+mn-ea"/>
                  <a:cs typeface="Times New Roman" panose="02020603050405020304" pitchFamily="18" charset="0"/>
                </a:rPr>
                <a:t>Étude de votre politique et de votre stratégie de maintenance</a:t>
              </a:r>
            </a:p>
            <a:p>
              <a:pPr marL="171450" indent="-171450" defTabSz="685800">
                <a:lnSpc>
                  <a:spcPct val="150000"/>
                </a:lnSpc>
                <a:buClrTx/>
                <a:buFont typeface="Wingdings" panose="05000000000000000000" pitchFamily="2" charset="2"/>
                <a:buChar char="v"/>
              </a:pPr>
              <a:r>
                <a:rPr lang="fr-FR" sz="1050" kern="1200" dirty="0">
                  <a:solidFill>
                    <a:prstClr val="white"/>
                  </a:solidFill>
                  <a:latin typeface="Times New Roman" panose="02020603050405020304" pitchFamily="18" charset="0"/>
                  <a:ea typeface="+mn-ea"/>
                  <a:cs typeface="Times New Roman" panose="02020603050405020304" pitchFamily="18" charset="0"/>
                </a:rPr>
                <a:t>Réalisation d’AMDEC de vos installations techniques et pièces de rechange</a:t>
              </a:r>
            </a:p>
          </p:txBody>
        </p:sp>
        <p:sp>
          <p:nvSpPr>
            <p:cNvPr id="16" name="ZoneTexte 15">
              <a:extLst>
                <a:ext uri="{FF2B5EF4-FFF2-40B4-BE49-F238E27FC236}">
                  <a16:creationId xmlns:a16="http://schemas.microsoft.com/office/drawing/2014/main" id="{F21F9DDA-EA06-029D-A188-6FCB4C90A3E8}"/>
                </a:ext>
              </a:extLst>
            </p:cNvPr>
            <p:cNvSpPr txBox="1"/>
            <p:nvPr/>
          </p:nvSpPr>
          <p:spPr>
            <a:xfrm>
              <a:off x="4821381" y="2900701"/>
              <a:ext cx="3984467" cy="1715662"/>
            </a:xfrm>
            <a:prstGeom prst="rect">
              <a:avLst/>
            </a:prstGeom>
            <a:solidFill>
              <a:srgbClr val="002060"/>
            </a:solidFill>
            <a:ln>
              <a:solidFill>
                <a:srgbClr val="002060"/>
              </a:solidFill>
            </a:ln>
            <a:scene3d>
              <a:camera prst="orthographicFront"/>
              <a:lightRig rig="threePt" dir="t"/>
            </a:scene3d>
            <a:sp3d>
              <a:bevelT w="139700" prst="cross"/>
            </a:sp3d>
          </p:spPr>
          <p:txBody>
            <a:bodyPr wrap="square" rtlCol="0">
              <a:spAutoFit/>
            </a:bodyPr>
            <a:lstStyle/>
            <a:p>
              <a:pPr algn="ctr" defTabSz="685800">
                <a:buClrTx/>
              </a:pPr>
              <a:r>
                <a:rPr lang="fr-FR" sz="1200" b="1" kern="1200" dirty="0">
                  <a:solidFill>
                    <a:prstClr val="white"/>
                  </a:solidFill>
                  <a:latin typeface="Times New Roman" panose="02020603050405020304" pitchFamily="18" charset="0"/>
                  <a:ea typeface="+mn-ea"/>
                  <a:cs typeface="Times New Roman" panose="02020603050405020304" pitchFamily="18" charset="0"/>
                </a:rPr>
                <a:t>Audit et amélioration des performances</a:t>
              </a:r>
            </a:p>
            <a:p>
              <a:pPr algn="ctr" defTabSz="685800">
                <a:buClrTx/>
              </a:pPr>
              <a:endParaRPr lang="fr-FR" sz="1200" b="1" kern="1200" dirty="0">
                <a:solidFill>
                  <a:prstClr val="white"/>
                </a:solidFill>
                <a:latin typeface="Times New Roman" panose="02020603050405020304" pitchFamily="18" charset="0"/>
                <a:ea typeface="+mn-ea"/>
                <a:cs typeface="Times New Roman" panose="02020603050405020304" pitchFamily="18" charset="0"/>
              </a:endParaRPr>
            </a:p>
            <a:p>
              <a:pPr marL="171450" indent="-171450" defTabSz="685800">
                <a:lnSpc>
                  <a:spcPct val="150000"/>
                </a:lnSpc>
                <a:buClrTx/>
                <a:buFont typeface="Wingdings" panose="05000000000000000000" pitchFamily="2" charset="2"/>
                <a:buChar char="v"/>
              </a:pPr>
              <a:r>
                <a:rPr lang="fr-FR" sz="1050" kern="1200" dirty="0">
                  <a:solidFill>
                    <a:prstClr val="white"/>
                  </a:solidFill>
                  <a:latin typeface="Times New Roman" panose="02020603050405020304" pitchFamily="18" charset="0"/>
                  <a:ea typeface="+mn-ea"/>
                  <a:cs typeface="Times New Roman" panose="02020603050405020304" pitchFamily="18" charset="0"/>
                </a:rPr>
                <a:t>Audit qualité de vos processus de maintenance et proposition de plans d’action</a:t>
              </a:r>
            </a:p>
            <a:p>
              <a:pPr marL="171450" indent="-171450" defTabSz="685800">
                <a:lnSpc>
                  <a:spcPct val="150000"/>
                </a:lnSpc>
                <a:buClrTx/>
                <a:buFont typeface="Wingdings" panose="05000000000000000000" pitchFamily="2" charset="2"/>
                <a:buChar char="v"/>
              </a:pPr>
              <a:r>
                <a:rPr lang="fr-FR" sz="1050" kern="1200" dirty="0">
                  <a:solidFill>
                    <a:prstClr val="white"/>
                  </a:solidFill>
                  <a:latin typeface="Times New Roman" panose="02020603050405020304" pitchFamily="18" charset="0"/>
                  <a:ea typeface="+mn-ea"/>
                  <a:cs typeface="Times New Roman" panose="02020603050405020304" pitchFamily="18" charset="0"/>
                </a:rPr>
                <a:t>Étude de fiabilisation de vos équipements techniques et proposition de plans d’action</a:t>
              </a:r>
            </a:p>
            <a:p>
              <a:pPr marL="171450" indent="-171450" defTabSz="685800">
                <a:lnSpc>
                  <a:spcPct val="150000"/>
                </a:lnSpc>
                <a:buClrTx/>
                <a:buFont typeface="Wingdings" panose="05000000000000000000" pitchFamily="2" charset="2"/>
                <a:buChar char="v"/>
              </a:pPr>
              <a:r>
                <a:rPr lang="fr-FR" sz="1050" kern="1200" dirty="0">
                  <a:solidFill>
                    <a:prstClr val="white"/>
                  </a:solidFill>
                  <a:latin typeface="Times New Roman" panose="02020603050405020304" pitchFamily="18" charset="0"/>
                  <a:ea typeface="+mn-ea"/>
                  <a:cs typeface="Times New Roman" panose="02020603050405020304" pitchFamily="18" charset="0"/>
                </a:rPr>
                <a:t>Analyse et amélioration de la performance de vos installations</a:t>
              </a:r>
              <a:r>
                <a:rPr lang="fr-FR" b="1" kern="1200" dirty="0">
                  <a:solidFill>
                    <a:prstClr val="white"/>
                  </a:solidFill>
                  <a:latin typeface="Times New Roman" panose="02020603050405020304" pitchFamily="18" charset="0"/>
                  <a:ea typeface="+mn-ea"/>
                  <a:cs typeface="Times New Roman" panose="02020603050405020304" pitchFamily="18" charset="0"/>
                </a:rPr>
                <a:t>                                                              </a:t>
              </a:r>
              <a:endParaRPr lang="fr-FR" kern="1200" dirty="0">
                <a:solidFill>
                  <a:prstClr val="white"/>
                </a:solidFill>
                <a:latin typeface="Times New Roman" panose="02020603050405020304" pitchFamily="18" charset="0"/>
                <a:ea typeface="+mn-ea"/>
                <a:cs typeface="Times New Roman" panose="02020603050405020304" pitchFamily="18" charset="0"/>
              </a:endParaRPr>
            </a:p>
          </p:txBody>
        </p:sp>
        <p:sp>
          <p:nvSpPr>
            <p:cNvPr id="17" name="ZoneTexte 16">
              <a:extLst>
                <a:ext uri="{FF2B5EF4-FFF2-40B4-BE49-F238E27FC236}">
                  <a16:creationId xmlns:a16="http://schemas.microsoft.com/office/drawing/2014/main" id="{E2FDE5CF-6AEB-1BE3-0C6B-11602B409C73}"/>
                </a:ext>
              </a:extLst>
            </p:cNvPr>
            <p:cNvSpPr txBox="1"/>
            <p:nvPr/>
          </p:nvSpPr>
          <p:spPr>
            <a:xfrm>
              <a:off x="301377" y="1164543"/>
              <a:ext cx="4420252" cy="1644489"/>
            </a:xfrm>
            <a:prstGeom prst="rect">
              <a:avLst/>
            </a:prstGeom>
            <a:solidFill>
              <a:srgbClr val="002060"/>
            </a:solidFill>
            <a:ln>
              <a:solidFill>
                <a:srgbClr val="002060"/>
              </a:solidFill>
            </a:ln>
            <a:scene3d>
              <a:camera prst="orthographicFront"/>
              <a:lightRig rig="threePt" dir="t"/>
            </a:scene3d>
            <a:sp3d>
              <a:bevelT w="139700" prst="cross"/>
            </a:sp3d>
          </p:spPr>
          <p:txBody>
            <a:bodyPr wrap="square" rtlCol="0">
              <a:spAutoFit/>
            </a:bodyPr>
            <a:lstStyle>
              <a:defPPr rtl="0">
                <a:defRPr lang="fr-fr"/>
              </a:defPPr>
              <a:lvl1pPr algn="ctr">
                <a:defRPr sz="1400" b="1">
                  <a:solidFill>
                    <a:schemeClr val="bg1"/>
                  </a:solidFill>
                  <a:latin typeface="Times New Roman" panose="02020603050405020304" pitchFamily="18" charset="0"/>
                  <a:cs typeface="Times New Roman" panose="02020603050405020304" pitchFamily="18" charset="0"/>
                </a:defRPr>
              </a:lvl1pPr>
              <a:lvl2pPr marL="742727" lvl="1" indent="-285664">
                <a:buFont typeface="Arial" panose="020B0604020202020204" pitchFamily="34" charset="0"/>
                <a:buChar char="•"/>
                <a:defRPr sz="1600">
                  <a:solidFill>
                    <a:schemeClr val="bg1"/>
                  </a:solidFill>
                  <a:latin typeface="Times New Roman" panose="02020603050405020304" pitchFamily="18" charset="0"/>
                  <a:cs typeface="Times New Roman" panose="02020603050405020304" pitchFamily="18" charset="0"/>
                </a:defRPr>
              </a:lvl2pPr>
            </a:lstStyle>
            <a:p>
              <a:r>
                <a:rPr lang="fr-FR" sz="1200" dirty="0"/>
                <a:t>GMAO et gestion des données</a:t>
              </a:r>
            </a:p>
            <a:p>
              <a:endParaRPr lang="fr-FR" sz="1200" dirty="0"/>
            </a:p>
            <a:p>
              <a:pPr marL="171450" indent="-171450" algn="l" defTabSz="685800">
                <a:lnSpc>
                  <a:spcPct val="150000"/>
                </a:lnSpc>
                <a:buClrTx/>
                <a:buFont typeface="Wingdings" panose="05000000000000000000" pitchFamily="2" charset="2"/>
                <a:buChar char="v"/>
              </a:pPr>
              <a:r>
                <a:rPr lang="fr-FR" sz="1050" b="0" kern="1200" dirty="0">
                  <a:solidFill>
                    <a:prstClr val="white"/>
                  </a:solidFill>
                  <a:ea typeface="+mn-ea"/>
                </a:rPr>
                <a:t>Analyse de vos données de GMAO et proposition de plans d’action</a:t>
              </a:r>
            </a:p>
            <a:p>
              <a:pPr marL="171450" indent="-171450" algn="l" defTabSz="685800">
                <a:lnSpc>
                  <a:spcPct val="150000"/>
                </a:lnSpc>
                <a:buClrTx/>
                <a:buFont typeface="Wingdings" panose="05000000000000000000" pitchFamily="2" charset="2"/>
                <a:buChar char="v"/>
              </a:pPr>
              <a:r>
                <a:rPr lang="fr-FR" sz="1050" b="0" kern="1200" dirty="0">
                  <a:solidFill>
                    <a:prstClr val="white"/>
                  </a:solidFill>
                  <a:ea typeface="+mn-ea"/>
                </a:rPr>
                <a:t>Accompagnement à la mise en place de votre GMAO</a:t>
              </a:r>
            </a:p>
            <a:p>
              <a:pPr marL="171450" indent="-171450" algn="l" defTabSz="685800">
                <a:lnSpc>
                  <a:spcPct val="150000"/>
                </a:lnSpc>
                <a:buClrTx/>
                <a:buFont typeface="Wingdings" panose="05000000000000000000" pitchFamily="2" charset="2"/>
                <a:buChar char="v"/>
              </a:pPr>
              <a:r>
                <a:rPr lang="fr-FR" sz="1050" b="0" kern="1200" dirty="0">
                  <a:solidFill>
                    <a:prstClr val="white"/>
                  </a:solidFill>
                  <a:ea typeface="+mn-ea"/>
                </a:rPr>
                <a:t>Création et mise à jour des structures d’équipements dans la GMAO</a:t>
              </a:r>
            </a:p>
            <a:p>
              <a:pPr marL="171450" indent="-171450" algn="l" defTabSz="685800">
                <a:lnSpc>
                  <a:spcPct val="150000"/>
                </a:lnSpc>
                <a:buClrTx/>
                <a:buFont typeface="Wingdings" panose="05000000000000000000" pitchFamily="2" charset="2"/>
                <a:buChar char="v"/>
              </a:pPr>
              <a:r>
                <a:rPr lang="fr-FR" sz="1050" b="0" kern="1200" dirty="0">
                  <a:solidFill>
                    <a:prstClr val="white"/>
                  </a:solidFill>
                  <a:ea typeface="+mn-ea"/>
                </a:rPr>
                <a:t>Création et mise à jour des interventions dans la GMAO</a:t>
              </a:r>
            </a:p>
            <a:p>
              <a:pPr marL="171450" indent="-171450" algn="l" defTabSz="685800">
                <a:lnSpc>
                  <a:spcPct val="150000"/>
                </a:lnSpc>
                <a:buClrTx/>
                <a:buFont typeface="Wingdings" panose="05000000000000000000" pitchFamily="2" charset="2"/>
                <a:buChar char="v"/>
              </a:pPr>
              <a:r>
                <a:rPr lang="fr-FR" sz="1050" b="0" kern="1200" dirty="0">
                  <a:solidFill>
                    <a:prstClr val="white"/>
                  </a:solidFill>
                  <a:ea typeface="+mn-ea"/>
                </a:rPr>
                <a:t>Audit des ordres de travail de la GMAO (archivés ou non)</a:t>
              </a:r>
            </a:p>
          </p:txBody>
        </p:sp>
      </p:grpSp>
      <p:pic>
        <p:nvPicPr>
          <p:cNvPr id="21" name="Image 20" descr="Une image contenant capture d’écran, cercle, texte, logo&#10;&#10;Le contenu généré par l’IA peut être incorrect.">
            <a:extLst>
              <a:ext uri="{FF2B5EF4-FFF2-40B4-BE49-F238E27FC236}">
                <a16:creationId xmlns:a16="http://schemas.microsoft.com/office/drawing/2014/main" id="{4D9B653F-F965-1684-F5AE-A51BEEB0409B}"/>
              </a:ext>
            </a:extLst>
          </p:cNvPr>
          <p:cNvPicPr>
            <a:picLocks noChangeAspect="1"/>
          </p:cNvPicPr>
          <p:nvPr/>
        </p:nvPicPr>
        <p:blipFill>
          <a:blip r:embed="rId3"/>
          <a:stretch>
            <a:fillRect/>
          </a:stretch>
        </p:blipFill>
        <p:spPr>
          <a:xfrm>
            <a:off x="305398" y="244047"/>
            <a:ext cx="845613" cy="845613"/>
          </a:xfrm>
          <a:prstGeom prst="rect">
            <a:avLst/>
          </a:prstGeom>
          <a:effectLst/>
        </p:spPr>
      </p:pic>
    </p:spTree>
    <p:extLst>
      <p:ext uri="{BB962C8B-B14F-4D97-AF65-F5344CB8AC3E}">
        <p14:creationId xmlns:p14="http://schemas.microsoft.com/office/powerpoint/2010/main" val="7050975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Shape 265">
          <a:extLst>
            <a:ext uri="{FF2B5EF4-FFF2-40B4-BE49-F238E27FC236}">
              <a16:creationId xmlns:a16="http://schemas.microsoft.com/office/drawing/2014/main" id="{042E99C4-50A5-6E72-FCEC-BD7547C671CE}"/>
            </a:ext>
          </a:extLst>
        </p:cNvPr>
        <p:cNvGrpSpPr/>
        <p:nvPr/>
      </p:nvGrpSpPr>
      <p:grpSpPr>
        <a:xfrm>
          <a:off x="0" y="0"/>
          <a:ext cx="0" cy="0"/>
          <a:chOff x="0" y="0"/>
          <a:chExt cx="0" cy="0"/>
        </a:xfrm>
      </p:grpSpPr>
      <p:cxnSp>
        <p:nvCxnSpPr>
          <p:cNvPr id="33" name="Connecteur droit 32">
            <a:extLst>
              <a:ext uri="{FF2B5EF4-FFF2-40B4-BE49-F238E27FC236}">
                <a16:creationId xmlns:a16="http://schemas.microsoft.com/office/drawing/2014/main" id="{395D20F9-BCC7-5495-3F9B-19DA41C9DE46}"/>
              </a:ext>
            </a:extLst>
          </p:cNvPr>
          <p:cNvCxnSpPr>
            <a:cxnSpLocks/>
          </p:cNvCxnSpPr>
          <p:nvPr/>
        </p:nvCxnSpPr>
        <p:spPr>
          <a:xfrm>
            <a:off x="127322" y="1163040"/>
            <a:ext cx="9002683"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grpSp>
        <p:nvGrpSpPr>
          <p:cNvPr id="19" name="Groupe 18">
            <a:extLst>
              <a:ext uri="{FF2B5EF4-FFF2-40B4-BE49-F238E27FC236}">
                <a16:creationId xmlns:a16="http://schemas.microsoft.com/office/drawing/2014/main" id="{BE2533AF-A01D-8045-BEB1-21BFB1E2F310}"/>
              </a:ext>
            </a:extLst>
          </p:cNvPr>
          <p:cNvGrpSpPr/>
          <p:nvPr/>
        </p:nvGrpSpPr>
        <p:grpSpPr>
          <a:xfrm>
            <a:off x="360183" y="1304886"/>
            <a:ext cx="8423633" cy="3484163"/>
            <a:chOff x="384530" y="1330357"/>
            <a:chExt cx="8423633" cy="3484163"/>
          </a:xfrm>
        </p:grpSpPr>
        <p:sp>
          <p:nvSpPr>
            <p:cNvPr id="20" name="ZoneTexte 19">
              <a:extLst>
                <a:ext uri="{FF2B5EF4-FFF2-40B4-BE49-F238E27FC236}">
                  <a16:creationId xmlns:a16="http://schemas.microsoft.com/office/drawing/2014/main" id="{8A52B576-2985-9E3A-3948-760295FD8861}"/>
                </a:ext>
              </a:extLst>
            </p:cNvPr>
            <p:cNvSpPr txBox="1"/>
            <p:nvPr/>
          </p:nvSpPr>
          <p:spPr>
            <a:xfrm>
              <a:off x="389247" y="3405436"/>
              <a:ext cx="4148123" cy="1223412"/>
            </a:xfrm>
            <a:prstGeom prst="rect">
              <a:avLst/>
            </a:prstGeom>
            <a:solidFill>
              <a:srgbClr val="002060"/>
            </a:solidFill>
            <a:ln>
              <a:solidFill>
                <a:srgbClr val="002060"/>
              </a:solidFill>
            </a:ln>
            <a:scene3d>
              <a:camera prst="orthographicFront"/>
              <a:lightRig rig="threePt" dir="t"/>
            </a:scene3d>
            <a:sp3d>
              <a:bevelT w="139700" prst="cross"/>
            </a:sp3d>
          </p:spPr>
          <p:txBody>
            <a:bodyPr wrap="square" rtlCol="0">
              <a:spAutoFit/>
            </a:bodyPr>
            <a:lstStyle>
              <a:defPPr rtl="0">
                <a:defRPr lang="fr-fr"/>
              </a:defPPr>
              <a:lvl1pPr algn="ctr">
                <a:defRPr sz="1400" b="1">
                  <a:solidFill>
                    <a:schemeClr val="bg1"/>
                  </a:solidFill>
                  <a:latin typeface="Times New Roman" panose="02020603050405020304" pitchFamily="18" charset="0"/>
                  <a:cs typeface="Times New Roman" panose="02020603050405020304" pitchFamily="18" charset="0"/>
                </a:defRPr>
              </a:lvl1pPr>
              <a:lvl2pPr marL="742727" lvl="1" indent="-285664">
                <a:buFont typeface="Arial" panose="020B0604020202020204" pitchFamily="34" charset="0"/>
                <a:buChar char="•"/>
                <a:defRPr sz="1600">
                  <a:solidFill>
                    <a:schemeClr val="bg1"/>
                  </a:solidFill>
                  <a:latin typeface="Times New Roman" panose="02020603050405020304" pitchFamily="18" charset="0"/>
                  <a:cs typeface="Times New Roman" panose="02020603050405020304" pitchFamily="18" charset="0"/>
                </a:defRPr>
              </a:lvl2pPr>
            </a:lstStyle>
            <a:p>
              <a:r>
                <a:rPr lang="fr-FR" sz="1050" dirty="0"/>
                <a:t>Qualité et HSE</a:t>
              </a:r>
            </a:p>
            <a:p>
              <a:endParaRPr lang="fr-FR" sz="1050" dirty="0"/>
            </a:p>
            <a:p>
              <a:pPr marL="171450" indent="-171450" algn="l" defTabSz="685800">
                <a:lnSpc>
                  <a:spcPct val="150000"/>
                </a:lnSpc>
                <a:buClrTx/>
                <a:buFont typeface="Wingdings" panose="05000000000000000000" pitchFamily="2" charset="2"/>
                <a:buChar char="v"/>
              </a:pPr>
              <a:r>
                <a:rPr lang="fr-FR" sz="1050" b="0" kern="1200" dirty="0">
                  <a:solidFill>
                    <a:prstClr val="white"/>
                  </a:solidFill>
                  <a:ea typeface="+mn-ea"/>
                </a:rPr>
                <a:t>Réalisation et mise à jour de vos documents uniques</a:t>
              </a:r>
            </a:p>
            <a:p>
              <a:pPr marL="171450" indent="-171450" algn="l" defTabSz="685800">
                <a:lnSpc>
                  <a:spcPct val="150000"/>
                </a:lnSpc>
                <a:buClrTx/>
                <a:buFont typeface="Wingdings" panose="05000000000000000000" pitchFamily="2" charset="2"/>
                <a:buChar char="v"/>
              </a:pPr>
              <a:r>
                <a:rPr lang="fr-FR" sz="1050" b="0" kern="1200" dirty="0">
                  <a:solidFill>
                    <a:prstClr val="white"/>
                  </a:solidFill>
                  <a:ea typeface="+mn-ea"/>
                </a:rPr>
                <a:t>Rédaction et mise à jour des grilles d’audits maintenance et HSE</a:t>
              </a:r>
            </a:p>
            <a:p>
              <a:endParaRPr lang="fr-FR" sz="1050" b="0" dirty="0"/>
            </a:p>
            <a:p>
              <a:endParaRPr lang="fr-FR" sz="1050" b="0" dirty="0"/>
            </a:p>
          </p:txBody>
        </p:sp>
        <p:sp>
          <p:nvSpPr>
            <p:cNvPr id="2" name="ZoneTexte 1">
              <a:extLst>
                <a:ext uri="{FF2B5EF4-FFF2-40B4-BE49-F238E27FC236}">
                  <a16:creationId xmlns:a16="http://schemas.microsoft.com/office/drawing/2014/main" id="{CC61B31B-96C4-AEC7-BC8A-705FEED2BEA0}"/>
                </a:ext>
              </a:extLst>
            </p:cNvPr>
            <p:cNvSpPr txBox="1"/>
            <p:nvPr/>
          </p:nvSpPr>
          <p:spPr>
            <a:xfrm>
              <a:off x="4653011" y="1330357"/>
              <a:ext cx="4155152" cy="1886863"/>
            </a:xfrm>
            <a:prstGeom prst="rect">
              <a:avLst/>
            </a:prstGeom>
            <a:solidFill>
              <a:srgbClr val="002060"/>
            </a:solidFill>
            <a:ln>
              <a:solidFill>
                <a:srgbClr val="002060"/>
              </a:solidFill>
            </a:ln>
            <a:scene3d>
              <a:camera prst="orthographicFront"/>
              <a:lightRig rig="threePt" dir="t"/>
            </a:scene3d>
            <a:sp3d>
              <a:bevelT w="139700" prst="cross"/>
            </a:sp3d>
          </p:spPr>
          <p:txBody>
            <a:bodyPr wrap="square" rtlCol="0">
              <a:spAutoFit/>
            </a:bodyPr>
            <a:lstStyle/>
            <a:p>
              <a:pPr algn="ctr"/>
              <a:r>
                <a:rPr lang="fr-FR" sz="1200" b="1" dirty="0">
                  <a:solidFill>
                    <a:schemeClr val="bg1"/>
                  </a:solidFill>
                  <a:latin typeface="Times New Roman" panose="02020603050405020304" pitchFamily="18" charset="0"/>
                  <a:cs typeface="Times New Roman" panose="02020603050405020304" pitchFamily="18" charset="0"/>
                </a:rPr>
                <a:t>Organisation et documentation</a:t>
              </a:r>
            </a:p>
            <a:p>
              <a:pPr algn="ctr"/>
              <a:endParaRPr lang="fr-FR" sz="1200" b="1" dirty="0">
                <a:solidFill>
                  <a:schemeClr val="bg1"/>
                </a:solidFill>
                <a:latin typeface="Times New Roman" panose="02020603050405020304" pitchFamily="18" charset="0"/>
                <a:cs typeface="Times New Roman" panose="02020603050405020304" pitchFamily="18" charset="0"/>
              </a:endParaRPr>
            </a:p>
            <a:p>
              <a:pPr marL="171450" indent="-171450" defTabSz="685800">
                <a:lnSpc>
                  <a:spcPct val="150000"/>
                </a:lnSpc>
                <a:buClrTx/>
                <a:buFont typeface="Wingdings" panose="05000000000000000000" pitchFamily="2" charset="2"/>
                <a:buChar char="v"/>
              </a:pPr>
              <a:r>
                <a:rPr lang="fr-FR" sz="1050" kern="1200" dirty="0">
                  <a:solidFill>
                    <a:prstClr val="white"/>
                  </a:solidFill>
                  <a:latin typeface="Times New Roman" panose="02020603050405020304" pitchFamily="18" charset="0"/>
                  <a:ea typeface="+mn-ea"/>
                  <a:cs typeface="Times New Roman" panose="02020603050405020304" pitchFamily="18" charset="0"/>
                </a:rPr>
                <a:t>Rédaction de vos processus de maintenance industrielle et tertiaire</a:t>
              </a:r>
            </a:p>
            <a:p>
              <a:pPr marL="171450" indent="-171450" defTabSz="685800">
                <a:lnSpc>
                  <a:spcPct val="150000"/>
                </a:lnSpc>
                <a:buClrTx/>
                <a:buFont typeface="Wingdings" panose="05000000000000000000" pitchFamily="2" charset="2"/>
                <a:buChar char="v"/>
              </a:pPr>
              <a:r>
                <a:rPr lang="fr-FR" sz="1050" kern="1200" dirty="0">
                  <a:solidFill>
                    <a:prstClr val="white"/>
                  </a:solidFill>
                  <a:latin typeface="Times New Roman" panose="02020603050405020304" pitchFamily="18" charset="0"/>
                  <a:ea typeface="+mn-ea"/>
                  <a:cs typeface="Times New Roman" panose="02020603050405020304" pitchFamily="18" charset="0"/>
                </a:rPr>
                <a:t>Rédaction de vos cahiers des charges maintenance</a:t>
              </a:r>
            </a:p>
            <a:p>
              <a:pPr marL="171450" indent="-171450" defTabSz="685800">
                <a:lnSpc>
                  <a:spcPct val="150000"/>
                </a:lnSpc>
                <a:buClrTx/>
                <a:buFont typeface="Wingdings" panose="05000000000000000000" pitchFamily="2" charset="2"/>
                <a:buChar char="v"/>
              </a:pPr>
              <a:r>
                <a:rPr lang="fr-FR" sz="1050" kern="1200" dirty="0">
                  <a:solidFill>
                    <a:prstClr val="white"/>
                  </a:solidFill>
                  <a:latin typeface="Times New Roman" panose="02020603050405020304" pitchFamily="18" charset="0"/>
                  <a:ea typeface="+mn-ea"/>
                  <a:cs typeface="Times New Roman" panose="02020603050405020304" pitchFamily="18" charset="0"/>
                </a:rPr>
                <a:t>Accompagnement à la rédaction de vos appels d’offres maintenance</a:t>
              </a:r>
            </a:p>
            <a:p>
              <a:pPr marL="171450" indent="-171450" defTabSz="685800">
                <a:lnSpc>
                  <a:spcPct val="150000"/>
                </a:lnSpc>
                <a:buClrTx/>
                <a:buFont typeface="Wingdings" panose="05000000000000000000" pitchFamily="2" charset="2"/>
                <a:buChar char="v"/>
              </a:pPr>
              <a:r>
                <a:rPr lang="fr-FR" sz="1050" kern="1200" dirty="0">
                  <a:solidFill>
                    <a:prstClr val="white"/>
                  </a:solidFill>
                  <a:latin typeface="Times New Roman" panose="02020603050405020304" pitchFamily="18" charset="0"/>
                  <a:ea typeface="+mn-ea"/>
                  <a:cs typeface="Times New Roman" panose="02020603050405020304" pitchFamily="18" charset="0"/>
                </a:rPr>
                <a:t>Accompagnement à la rédaction de vos cahiers des charges lors des appels d’offres</a:t>
              </a:r>
            </a:p>
            <a:p>
              <a:pPr defTabSz="685800">
                <a:lnSpc>
                  <a:spcPct val="150000"/>
                </a:lnSpc>
                <a:buClrTx/>
              </a:pPr>
              <a:endParaRPr lang="fr-FR" sz="1050" kern="1200" dirty="0">
                <a:solidFill>
                  <a:prstClr val="white"/>
                </a:solidFill>
                <a:latin typeface="Times New Roman" panose="02020603050405020304" pitchFamily="18" charset="0"/>
                <a:ea typeface="+mn-ea"/>
                <a:cs typeface="Times New Roman" panose="02020603050405020304" pitchFamily="18" charset="0"/>
              </a:endParaRPr>
            </a:p>
          </p:txBody>
        </p:sp>
        <p:sp>
          <p:nvSpPr>
            <p:cNvPr id="16" name="ZoneTexte 15">
              <a:extLst>
                <a:ext uri="{FF2B5EF4-FFF2-40B4-BE49-F238E27FC236}">
                  <a16:creationId xmlns:a16="http://schemas.microsoft.com/office/drawing/2014/main" id="{3222E657-ED89-5D5B-19E9-22E13FA4B515}"/>
                </a:ext>
              </a:extLst>
            </p:cNvPr>
            <p:cNvSpPr txBox="1"/>
            <p:nvPr/>
          </p:nvSpPr>
          <p:spPr>
            <a:xfrm>
              <a:off x="4653011" y="3412405"/>
              <a:ext cx="4155152" cy="1402115"/>
            </a:xfrm>
            <a:prstGeom prst="rect">
              <a:avLst/>
            </a:prstGeom>
            <a:solidFill>
              <a:srgbClr val="002060"/>
            </a:solidFill>
            <a:ln>
              <a:solidFill>
                <a:srgbClr val="002060"/>
              </a:solidFill>
            </a:ln>
            <a:scene3d>
              <a:camera prst="orthographicFront"/>
              <a:lightRig rig="threePt" dir="t"/>
            </a:scene3d>
            <a:sp3d>
              <a:bevelT w="139700" prst="cross"/>
            </a:sp3d>
          </p:spPr>
          <p:txBody>
            <a:bodyPr wrap="square" rtlCol="0">
              <a:spAutoFit/>
            </a:bodyPr>
            <a:lstStyle/>
            <a:p>
              <a:pPr algn="ctr" defTabSz="685800">
                <a:buClrTx/>
              </a:pPr>
              <a:r>
                <a:rPr lang="fr-FR" sz="1200" b="1" kern="1200" dirty="0">
                  <a:solidFill>
                    <a:prstClr val="white"/>
                  </a:solidFill>
                  <a:latin typeface="Times New Roman" panose="02020603050405020304" pitchFamily="18" charset="0"/>
                  <a:ea typeface="+mn-ea"/>
                  <a:cs typeface="Times New Roman" panose="02020603050405020304" pitchFamily="18" charset="0"/>
                </a:rPr>
                <a:t>Gestion de projets</a:t>
              </a:r>
            </a:p>
            <a:p>
              <a:pPr algn="ctr" defTabSz="685800">
                <a:buClrTx/>
              </a:pPr>
              <a:endParaRPr lang="fr-FR" sz="1200" b="1" kern="1200" dirty="0">
                <a:solidFill>
                  <a:prstClr val="white"/>
                </a:solidFill>
                <a:latin typeface="Times New Roman" panose="02020603050405020304" pitchFamily="18" charset="0"/>
                <a:ea typeface="+mn-ea"/>
                <a:cs typeface="Times New Roman" panose="02020603050405020304" pitchFamily="18" charset="0"/>
              </a:endParaRPr>
            </a:p>
            <a:p>
              <a:pPr marL="171450" indent="-171450" defTabSz="685800">
                <a:lnSpc>
                  <a:spcPct val="150000"/>
                </a:lnSpc>
                <a:buClrTx/>
                <a:buFont typeface="Wingdings" panose="05000000000000000000" pitchFamily="2" charset="2"/>
                <a:buChar char="v"/>
              </a:pPr>
              <a:r>
                <a:rPr lang="fr-FR" sz="1050" kern="1200" dirty="0">
                  <a:solidFill>
                    <a:prstClr val="white"/>
                  </a:solidFill>
                  <a:latin typeface="Times New Roman" panose="02020603050405020304" pitchFamily="18" charset="0"/>
                  <a:cs typeface="Times New Roman" panose="02020603050405020304" pitchFamily="18" charset="0"/>
                </a:rPr>
                <a:t>Suivi des projets IMC en typologie D ou E à distance</a:t>
              </a:r>
              <a:endParaRPr lang="fr-FR" sz="1100" kern="1200" dirty="0">
                <a:solidFill>
                  <a:prstClr val="white"/>
                </a:solidFill>
                <a:latin typeface="Times New Roman" panose="02020603050405020304" pitchFamily="18" charset="0"/>
                <a:cs typeface="Times New Roman" panose="02020603050405020304" pitchFamily="18" charset="0"/>
              </a:endParaRPr>
            </a:p>
            <a:p>
              <a:pPr marL="171450" indent="-171450" defTabSz="685800">
                <a:lnSpc>
                  <a:spcPct val="150000"/>
                </a:lnSpc>
                <a:buClrTx/>
                <a:buFont typeface="Wingdings" panose="05000000000000000000" pitchFamily="2" charset="2"/>
                <a:buChar char="v"/>
              </a:pPr>
              <a:r>
                <a:rPr lang="fr-FR" sz="1050" kern="1200" dirty="0">
                  <a:solidFill>
                    <a:prstClr val="white"/>
                  </a:solidFill>
                  <a:latin typeface="Times New Roman" panose="02020603050405020304" pitchFamily="18" charset="0"/>
                  <a:ea typeface="+mn-ea"/>
                  <a:cs typeface="Times New Roman" panose="02020603050405020304" pitchFamily="18" charset="0"/>
                </a:rPr>
                <a:t>Gestion et suivi de vos projets ICM industriels et tertiaires de typologie A, B et C</a:t>
              </a:r>
            </a:p>
            <a:p>
              <a:pPr defTabSz="685800">
                <a:lnSpc>
                  <a:spcPct val="150000"/>
                </a:lnSpc>
                <a:buClrTx/>
              </a:pPr>
              <a:endParaRPr lang="fr-FR" sz="1050" kern="1200" dirty="0">
                <a:solidFill>
                  <a:prstClr val="white"/>
                </a:solidFill>
                <a:latin typeface="Times New Roman" panose="02020603050405020304" pitchFamily="18" charset="0"/>
                <a:ea typeface="+mn-ea"/>
                <a:cs typeface="Times New Roman" panose="02020603050405020304" pitchFamily="18" charset="0"/>
              </a:endParaRPr>
            </a:p>
          </p:txBody>
        </p:sp>
        <p:sp>
          <p:nvSpPr>
            <p:cNvPr id="17" name="ZoneTexte 16">
              <a:extLst>
                <a:ext uri="{FF2B5EF4-FFF2-40B4-BE49-F238E27FC236}">
                  <a16:creationId xmlns:a16="http://schemas.microsoft.com/office/drawing/2014/main" id="{A3F1235D-87F9-2203-2AB5-5C572888E1B1}"/>
                </a:ext>
              </a:extLst>
            </p:cNvPr>
            <p:cNvSpPr txBox="1"/>
            <p:nvPr/>
          </p:nvSpPr>
          <p:spPr>
            <a:xfrm>
              <a:off x="384530" y="1330357"/>
              <a:ext cx="4152840" cy="1863780"/>
            </a:xfrm>
            <a:prstGeom prst="rect">
              <a:avLst/>
            </a:prstGeom>
            <a:solidFill>
              <a:srgbClr val="002060"/>
            </a:solidFill>
            <a:ln>
              <a:solidFill>
                <a:srgbClr val="002060"/>
              </a:solidFill>
            </a:ln>
            <a:scene3d>
              <a:camera prst="orthographicFront"/>
              <a:lightRig rig="threePt" dir="t"/>
            </a:scene3d>
            <a:sp3d>
              <a:bevelT w="139700" prst="cross"/>
            </a:sp3d>
          </p:spPr>
          <p:txBody>
            <a:bodyPr wrap="square" rtlCol="0">
              <a:spAutoFit/>
            </a:bodyPr>
            <a:lstStyle>
              <a:defPPr rtl="0">
                <a:defRPr lang="fr-fr"/>
              </a:defPPr>
              <a:lvl1pPr algn="ctr">
                <a:defRPr sz="1400" b="1">
                  <a:solidFill>
                    <a:schemeClr val="bg1"/>
                  </a:solidFill>
                  <a:latin typeface="Times New Roman" panose="02020603050405020304" pitchFamily="18" charset="0"/>
                  <a:cs typeface="Times New Roman" panose="02020603050405020304" pitchFamily="18" charset="0"/>
                </a:defRPr>
              </a:lvl1pPr>
              <a:lvl2pPr marL="742727" lvl="1" indent="-285664">
                <a:buFont typeface="Arial" panose="020B0604020202020204" pitchFamily="34" charset="0"/>
                <a:buChar char="•"/>
                <a:defRPr sz="1600">
                  <a:solidFill>
                    <a:schemeClr val="bg1"/>
                  </a:solidFill>
                  <a:latin typeface="Times New Roman" panose="02020603050405020304" pitchFamily="18" charset="0"/>
                  <a:cs typeface="Times New Roman" panose="02020603050405020304" pitchFamily="18" charset="0"/>
                </a:defRPr>
              </a:lvl2pPr>
            </a:lstStyle>
            <a:p>
              <a:r>
                <a:rPr lang="fr-FR" sz="1200" dirty="0"/>
                <a:t>Gestion technique et documentaire</a:t>
              </a:r>
            </a:p>
            <a:p>
              <a:endParaRPr lang="fr-FR" sz="1050" dirty="0"/>
            </a:p>
            <a:p>
              <a:pPr marL="171450" indent="-171450" algn="l" defTabSz="685800">
                <a:lnSpc>
                  <a:spcPct val="150000"/>
                </a:lnSpc>
                <a:buClrTx/>
                <a:buFont typeface="Wingdings" panose="05000000000000000000" pitchFamily="2" charset="2"/>
                <a:buChar char="v"/>
              </a:pPr>
              <a:r>
                <a:rPr lang="fr-FR" sz="1050" b="0" kern="1200" dirty="0">
                  <a:solidFill>
                    <a:prstClr val="white"/>
                  </a:solidFill>
                  <a:ea typeface="+mn-ea"/>
                </a:rPr>
                <a:t>Gestion et mise à jour de vos documents techniques</a:t>
              </a:r>
            </a:p>
            <a:p>
              <a:pPr marL="171450" indent="-171450" algn="l" defTabSz="685800">
                <a:lnSpc>
                  <a:spcPct val="150000"/>
                </a:lnSpc>
                <a:buClrTx/>
                <a:buFont typeface="Wingdings" panose="05000000000000000000" pitchFamily="2" charset="2"/>
                <a:buChar char="v"/>
              </a:pPr>
              <a:r>
                <a:rPr lang="fr-FR" sz="1050" b="0" kern="1200" dirty="0">
                  <a:solidFill>
                    <a:prstClr val="white"/>
                  </a:solidFill>
                  <a:ea typeface="+mn-ea"/>
                </a:rPr>
                <a:t>Mise en place de la gestion électronique des documents (GED)</a:t>
              </a:r>
            </a:p>
            <a:p>
              <a:pPr marL="171450" indent="-171450" algn="l" defTabSz="685800">
                <a:lnSpc>
                  <a:spcPct val="150000"/>
                </a:lnSpc>
                <a:buClrTx/>
                <a:buFont typeface="Wingdings" panose="05000000000000000000" pitchFamily="2" charset="2"/>
                <a:buChar char="v"/>
              </a:pPr>
              <a:r>
                <a:rPr lang="fr-FR" sz="1050" b="0" kern="1200" dirty="0">
                  <a:solidFill>
                    <a:prstClr val="white"/>
                  </a:solidFill>
                  <a:ea typeface="+mn-ea"/>
                </a:rPr>
                <a:t>Gestion et traitement de l’obsolescence de vos équipements et pièces</a:t>
              </a:r>
            </a:p>
            <a:p>
              <a:pPr marL="171450" indent="-171450" algn="l" defTabSz="685800">
                <a:lnSpc>
                  <a:spcPct val="150000"/>
                </a:lnSpc>
                <a:buClrTx/>
                <a:buFont typeface="Wingdings" panose="05000000000000000000" pitchFamily="2" charset="2"/>
                <a:buChar char="v"/>
              </a:pPr>
              <a:r>
                <a:rPr lang="fr-FR" sz="1050" b="0" kern="1200" dirty="0">
                  <a:solidFill>
                    <a:prstClr val="white"/>
                  </a:solidFill>
                  <a:ea typeface="+mn-ea"/>
                </a:rPr>
                <a:t>Gestion de vos stocks de pièces de rechange</a:t>
              </a:r>
            </a:p>
            <a:p>
              <a:pPr marL="171450" indent="-171450" algn="l" defTabSz="685800">
                <a:lnSpc>
                  <a:spcPct val="150000"/>
                </a:lnSpc>
                <a:buClrTx/>
                <a:buFont typeface="Wingdings" panose="05000000000000000000" pitchFamily="2" charset="2"/>
                <a:buChar char="v"/>
              </a:pPr>
              <a:r>
                <a:rPr lang="fr-FR" sz="1050" b="0" kern="1200" dirty="0">
                  <a:solidFill>
                    <a:prstClr val="white"/>
                  </a:solidFill>
                  <a:ea typeface="+mn-ea"/>
                </a:rPr>
                <a:t>Définition des pièces stratégiques de vos installations industrielles et tertiaires</a:t>
              </a:r>
            </a:p>
          </p:txBody>
        </p:sp>
      </p:grpSp>
      <p:sp>
        <p:nvSpPr>
          <p:cNvPr id="23" name="Ruban : incliné vers le bas 22">
            <a:extLst>
              <a:ext uri="{FF2B5EF4-FFF2-40B4-BE49-F238E27FC236}">
                <a16:creationId xmlns:a16="http://schemas.microsoft.com/office/drawing/2014/main" id="{ECBFBA65-721B-73D9-1522-F20711CDC7C3}"/>
              </a:ext>
            </a:extLst>
          </p:cNvPr>
          <p:cNvSpPr/>
          <p:nvPr/>
        </p:nvSpPr>
        <p:spPr>
          <a:xfrm>
            <a:off x="914898" y="883628"/>
            <a:ext cx="7988185" cy="157590"/>
          </a:xfrm>
          <a:prstGeom prst="ribbon">
            <a:avLst/>
          </a:prstGeom>
          <a:solidFill>
            <a:srgbClr val="00206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rgbClr val="002060"/>
              </a:solidFill>
            </a:endParaRPr>
          </a:p>
        </p:txBody>
      </p:sp>
      <p:sp>
        <p:nvSpPr>
          <p:cNvPr id="24" name="Titre 1">
            <a:extLst>
              <a:ext uri="{FF2B5EF4-FFF2-40B4-BE49-F238E27FC236}">
                <a16:creationId xmlns:a16="http://schemas.microsoft.com/office/drawing/2014/main" id="{5820F745-D7FC-7E53-DAEC-31375F3B2DEA}"/>
              </a:ext>
            </a:extLst>
          </p:cNvPr>
          <p:cNvSpPr>
            <a:spLocks noGrp="1"/>
          </p:cNvSpPr>
          <p:nvPr>
            <p:ph type="title"/>
          </p:nvPr>
        </p:nvSpPr>
        <p:spPr>
          <a:xfrm>
            <a:off x="1284775" y="109748"/>
            <a:ext cx="7205560" cy="875345"/>
          </a:xfrm>
        </p:spPr>
        <p:txBody>
          <a:bodyPr vert="horz" lIns="68562" tIns="34281" rIns="68562" bIns="34281" rtlCol="0" anchor="ctr">
            <a:normAutofit/>
          </a:bodyPr>
          <a:lstStyle/>
          <a:p>
            <a:pPr algn="ctr"/>
            <a:r>
              <a:rPr lang="fr-FR" altLang="fr-FR" sz="2100" dirty="0">
                <a:solidFill>
                  <a:srgbClr val="002060"/>
                </a:solidFill>
                <a:latin typeface="Algerian" panose="04020705040A02060702" pitchFamily="82" charset="0"/>
                <a:ea typeface="Open Sans Extrabold" panose="020B0606030504020204" pitchFamily="34" charset="0"/>
                <a:cs typeface="Open Sans Extrabold" panose="020B0606030504020204" pitchFamily="34" charset="0"/>
              </a:rPr>
              <a:t>NOS Prestations en METHODES MAINTENANCE INDUSTRIELLE ET TERTIAIRE</a:t>
            </a:r>
            <a:endParaRPr lang="fr-FR" altLang="fr-FR" sz="2100" b="1" dirty="0">
              <a:solidFill>
                <a:srgbClr val="002060"/>
              </a:solidFill>
              <a:latin typeface="Algerian" panose="04020705040A02060702" pitchFamily="82" charset="0"/>
              <a:ea typeface="Open Sans Extrabold" panose="020B0606030504020204" pitchFamily="34" charset="0"/>
              <a:cs typeface="Open Sans Extrabold" panose="020B0606030504020204" pitchFamily="34" charset="0"/>
            </a:endParaRPr>
          </a:p>
        </p:txBody>
      </p:sp>
      <p:pic>
        <p:nvPicPr>
          <p:cNvPr id="25" name="Image 24" descr="Une image contenant capture d’écran, cercle, texte, logo&#10;&#10;Le contenu généré par l’IA peut être incorrect.">
            <a:extLst>
              <a:ext uri="{FF2B5EF4-FFF2-40B4-BE49-F238E27FC236}">
                <a16:creationId xmlns:a16="http://schemas.microsoft.com/office/drawing/2014/main" id="{F6BF6126-7774-B2CD-FC90-3663F8B9F94E}"/>
              </a:ext>
            </a:extLst>
          </p:cNvPr>
          <p:cNvPicPr>
            <a:picLocks noChangeAspect="1"/>
          </p:cNvPicPr>
          <p:nvPr/>
        </p:nvPicPr>
        <p:blipFill>
          <a:blip r:embed="rId3"/>
          <a:stretch>
            <a:fillRect/>
          </a:stretch>
        </p:blipFill>
        <p:spPr>
          <a:xfrm>
            <a:off x="254223" y="247974"/>
            <a:ext cx="845613" cy="845613"/>
          </a:xfrm>
          <a:prstGeom prst="rect">
            <a:avLst/>
          </a:prstGeom>
          <a:effectLst/>
        </p:spPr>
      </p:pic>
    </p:spTree>
    <p:extLst>
      <p:ext uri="{BB962C8B-B14F-4D97-AF65-F5344CB8AC3E}">
        <p14:creationId xmlns:p14="http://schemas.microsoft.com/office/powerpoint/2010/main" val="32865867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Shape 265">
          <a:extLst>
            <a:ext uri="{FF2B5EF4-FFF2-40B4-BE49-F238E27FC236}">
              <a16:creationId xmlns:a16="http://schemas.microsoft.com/office/drawing/2014/main" id="{1130E326-C101-ED79-36F3-9766AEDB2E9A}"/>
            </a:ext>
          </a:extLst>
        </p:cNvPr>
        <p:cNvGrpSpPr/>
        <p:nvPr/>
      </p:nvGrpSpPr>
      <p:grpSpPr>
        <a:xfrm>
          <a:off x="0" y="0"/>
          <a:ext cx="0" cy="0"/>
          <a:chOff x="0" y="0"/>
          <a:chExt cx="0" cy="0"/>
        </a:xfrm>
      </p:grpSpPr>
      <p:sp>
        <p:nvSpPr>
          <p:cNvPr id="3" name="Ruban : incliné vers le bas 2">
            <a:extLst>
              <a:ext uri="{FF2B5EF4-FFF2-40B4-BE49-F238E27FC236}">
                <a16:creationId xmlns:a16="http://schemas.microsoft.com/office/drawing/2014/main" id="{71CE24A5-00EF-FB4A-0048-8FC69B0F1553}"/>
              </a:ext>
            </a:extLst>
          </p:cNvPr>
          <p:cNvSpPr/>
          <p:nvPr/>
        </p:nvSpPr>
        <p:spPr>
          <a:xfrm>
            <a:off x="2883911" y="703773"/>
            <a:ext cx="3795489" cy="179501"/>
          </a:xfrm>
          <a:prstGeom prst="ribbon">
            <a:avLst/>
          </a:prstGeom>
          <a:solidFill>
            <a:srgbClr val="00206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rgbClr val="002060"/>
              </a:solidFill>
            </a:endParaRPr>
          </a:p>
        </p:txBody>
      </p:sp>
      <p:cxnSp>
        <p:nvCxnSpPr>
          <p:cNvPr id="33" name="Connecteur droit 32">
            <a:extLst>
              <a:ext uri="{FF2B5EF4-FFF2-40B4-BE49-F238E27FC236}">
                <a16:creationId xmlns:a16="http://schemas.microsoft.com/office/drawing/2014/main" id="{4C99947B-D131-1EAF-0B17-E2E143EC979D}"/>
              </a:ext>
            </a:extLst>
          </p:cNvPr>
          <p:cNvCxnSpPr/>
          <p:nvPr/>
        </p:nvCxnSpPr>
        <p:spPr>
          <a:xfrm>
            <a:off x="2381" y="1059502"/>
            <a:ext cx="9141619"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18" name="Titre 1">
            <a:extLst>
              <a:ext uri="{FF2B5EF4-FFF2-40B4-BE49-F238E27FC236}">
                <a16:creationId xmlns:a16="http://schemas.microsoft.com/office/drawing/2014/main" id="{BB758A04-30E9-BAFD-5A3C-86739DFEA758}"/>
              </a:ext>
            </a:extLst>
          </p:cNvPr>
          <p:cNvSpPr>
            <a:spLocks noGrp="1"/>
          </p:cNvSpPr>
          <p:nvPr>
            <p:ph type="title"/>
          </p:nvPr>
        </p:nvSpPr>
        <p:spPr>
          <a:xfrm>
            <a:off x="3141635" y="269838"/>
            <a:ext cx="3235208" cy="429193"/>
          </a:xfrm>
        </p:spPr>
        <p:txBody>
          <a:bodyPr vert="horz" lIns="68562" tIns="34281" rIns="68562" bIns="34281" rtlCol="0" anchor="ctr">
            <a:normAutofit/>
          </a:bodyPr>
          <a:lstStyle/>
          <a:p>
            <a:pPr algn="ctr"/>
            <a:r>
              <a:rPr lang="fr-FR" altLang="fr-FR" sz="2000" b="1" dirty="0">
                <a:solidFill>
                  <a:srgbClr val="002060"/>
                </a:solidFill>
                <a:latin typeface="Algerian" panose="04020705040A02060702" pitchFamily="82" charset="0"/>
                <a:ea typeface="Open Sans Extrabold" panose="020B0606030504020204" pitchFamily="34" charset="0"/>
                <a:cs typeface="Open Sans Extrabold" panose="020B0606030504020204" pitchFamily="34" charset="0"/>
              </a:rPr>
              <a:t>LOGI</a:t>
            </a:r>
            <a:r>
              <a:rPr lang="fr-FR" altLang="fr-FR" sz="2000" dirty="0">
                <a:solidFill>
                  <a:srgbClr val="002060"/>
                </a:solidFill>
                <a:latin typeface="Algerian" panose="04020705040A02060702" pitchFamily="82" charset="0"/>
                <a:ea typeface="Open Sans Extrabold" panose="020B0606030504020204" pitchFamily="34" charset="0"/>
                <a:cs typeface="Open Sans Extrabold" panose="020B0606030504020204" pitchFamily="34" charset="0"/>
              </a:rPr>
              <a:t>CIELS</a:t>
            </a:r>
            <a:endParaRPr lang="fr-FR" altLang="fr-FR" sz="2100" b="1" dirty="0">
              <a:solidFill>
                <a:srgbClr val="002060"/>
              </a:solidFill>
              <a:latin typeface="Algerian" panose="04020705040A02060702" pitchFamily="82" charset="0"/>
              <a:ea typeface="Open Sans Extrabold" panose="020B0606030504020204" pitchFamily="34" charset="0"/>
              <a:cs typeface="Open Sans Extrabold" panose="020B0606030504020204" pitchFamily="34" charset="0"/>
            </a:endParaRPr>
          </a:p>
        </p:txBody>
      </p:sp>
      <p:sp>
        <p:nvSpPr>
          <p:cNvPr id="16" name="Arrondir un rectangle avec un coin diagonal 7">
            <a:extLst>
              <a:ext uri="{FF2B5EF4-FFF2-40B4-BE49-F238E27FC236}">
                <a16:creationId xmlns:a16="http://schemas.microsoft.com/office/drawing/2014/main" id="{AB0E3BBB-1EE7-B569-B692-13F5C4EA3BE3}"/>
              </a:ext>
            </a:extLst>
          </p:cNvPr>
          <p:cNvSpPr/>
          <p:nvPr/>
        </p:nvSpPr>
        <p:spPr>
          <a:xfrm>
            <a:off x="1062663" y="1159340"/>
            <a:ext cx="2826536" cy="1490743"/>
          </a:xfrm>
          <a:prstGeom prst="round2DiagRect">
            <a:avLst/>
          </a:prstGeom>
          <a:solidFill>
            <a:srgbClr val="002060"/>
          </a:solidFill>
          <a:ln>
            <a:solidFill>
              <a:srgbClr val="002060"/>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buClrTx/>
              <a:defRPr/>
            </a:pPr>
            <a:endParaRPr lang="fr-FR" sz="1350" kern="1200" dirty="0">
              <a:solidFill>
                <a:prstClr val="white"/>
              </a:solidFill>
              <a:latin typeface="Times New Roman" panose="02020603050405020304" pitchFamily="18" charset="0"/>
              <a:cs typeface="Times New Roman" panose="02020603050405020304" pitchFamily="18" charset="0"/>
            </a:endParaRPr>
          </a:p>
          <a:p>
            <a:pPr algn="ctr" defTabSz="685800">
              <a:buClrTx/>
              <a:defRPr/>
            </a:pPr>
            <a:endParaRPr lang="fr-FR" sz="1350" kern="1200" dirty="0">
              <a:solidFill>
                <a:prstClr val="white"/>
              </a:solidFill>
              <a:latin typeface="Times New Roman" panose="02020603050405020304" pitchFamily="18" charset="0"/>
              <a:cs typeface="Times New Roman" panose="02020603050405020304" pitchFamily="18" charset="0"/>
            </a:endParaRPr>
          </a:p>
          <a:p>
            <a:pPr algn="ctr" defTabSz="685800">
              <a:buClrTx/>
              <a:defRPr/>
            </a:pPr>
            <a:endParaRPr lang="fr-FR" sz="1350" kern="1200" dirty="0">
              <a:solidFill>
                <a:prstClr val="white"/>
              </a:solidFill>
              <a:latin typeface="Times New Roman" panose="02020603050405020304" pitchFamily="18" charset="0"/>
              <a:cs typeface="Times New Roman" panose="02020603050405020304" pitchFamily="18" charset="0"/>
            </a:endParaRPr>
          </a:p>
          <a:p>
            <a:pPr algn="ctr" defTabSz="685800">
              <a:buClrTx/>
              <a:defRPr/>
            </a:pPr>
            <a:r>
              <a:rPr lang="fr-FR" sz="1350" kern="1200" dirty="0">
                <a:solidFill>
                  <a:prstClr val="white"/>
                </a:solidFill>
                <a:latin typeface="Times New Roman" panose="02020603050405020304" pitchFamily="18" charset="0"/>
                <a:cs typeface="Times New Roman" panose="02020603050405020304" pitchFamily="18" charset="0"/>
              </a:rPr>
              <a:t>GMAO</a:t>
            </a:r>
          </a:p>
          <a:p>
            <a:pPr marL="214313" indent="-214313" defTabSz="685800">
              <a:buClrTx/>
              <a:buFont typeface="Wingdings" panose="05000000000000000000" pitchFamily="2" charset="2"/>
              <a:buChar char="v"/>
              <a:defRPr/>
            </a:pPr>
            <a:r>
              <a:rPr lang="fr-FR" sz="1350" kern="1200" dirty="0" err="1">
                <a:solidFill>
                  <a:prstClr val="white"/>
                </a:solidFill>
                <a:latin typeface="Times New Roman" panose="02020603050405020304" pitchFamily="18" charset="0"/>
                <a:cs typeface="Times New Roman" panose="02020603050405020304" pitchFamily="18" charset="0"/>
              </a:rPr>
              <a:t>Coswin</a:t>
            </a:r>
            <a:r>
              <a:rPr lang="fr-FR" sz="1350" kern="1200" dirty="0">
                <a:solidFill>
                  <a:prstClr val="white"/>
                </a:solidFill>
                <a:latin typeface="Times New Roman" panose="02020603050405020304" pitchFamily="18" charset="0"/>
                <a:cs typeface="Times New Roman" panose="02020603050405020304" pitchFamily="18" charset="0"/>
              </a:rPr>
              <a:t> 8i</a:t>
            </a:r>
          </a:p>
          <a:p>
            <a:pPr marL="214313" indent="-214313" defTabSz="685800">
              <a:buClrTx/>
              <a:buFont typeface="Wingdings" panose="05000000000000000000" pitchFamily="2" charset="2"/>
              <a:buChar char="v"/>
              <a:defRPr/>
            </a:pPr>
            <a:r>
              <a:rPr lang="fr-FR" sz="1350" kern="1200" dirty="0">
                <a:solidFill>
                  <a:prstClr val="white"/>
                </a:solidFill>
                <a:latin typeface="Times New Roman" panose="02020603050405020304" pitchFamily="18" charset="0"/>
                <a:cs typeface="Times New Roman" panose="02020603050405020304" pitchFamily="18" charset="0"/>
              </a:rPr>
              <a:t>Compas R3 </a:t>
            </a:r>
          </a:p>
          <a:p>
            <a:pPr marL="214313" indent="-214313" defTabSz="685800">
              <a:buClrTx/>
              <a:buFont typeface="Wingdings" panose="05000000000000000000" pitchFamily="2" charset="2"/>
              <a:buChar char="v"/>
              <a:defRPr/>
            </a:pPr>
            <a:r>
              <a:rPr lang="fr-FR" sz="1350" kern="1200" dirty="0">
                <a:solidFill>
                  <a:prstClr val="white"/>
                </a:solidFill>
                <a:latin typeface="Times New Roman" panose="02020603050405020304" pitchFamily="18" charset="0"/>
                <a:cs typeface="Times New Roman" panose="02020603050405020304" pitchFamily="18" charset="0"/>
              </a:rPr>
              <a:t>Maximo</a:t>
            </a:r>
          </a:p>
          <a:p>
            <a:pPr marL="214313" indent="-214313" defTabSz="685800">
              <a:buClrTx/>
              <a:buFont typeface="Wingdings" panose="05000000000000000000" pitchFamily="2" charset="2"/>
              <a:buChar char="v"/>
              <a:defRPr/>
            </a:pPr>
            <a:r>
              <a:rPr lang="fr-FR" sz="1350" kern="1200" dirty="0">
                <a:solidFill>
                  <a:prstClr val="white"/>
                </a:solidFill>
                <a:latin typeface="Times New Roman" panose="02020603050405020304" pitchFamily="18" charset="0"/>
                <a:cs typeface="Times New Roman" panose="02020603050405020304" pitchFamily="18" charset="0"/>
              </a:rPr>
              <a:t>CARL</a:t>
            </a:r>
          </a:p>
          <a:p>
            <a:pPr marL="214313" indent="-214313" defTabSz="685800">
              <a:buClrTx/>
              <a:buFont typeface="Wingdings" panose="05000000000000000000" pitchFamily="2" charset="2"/>
              <a:buChar char="v"/>
              <a:defRPr/>
            </a:pPr>
            <a:r>
              <a:rPr lang="fr-FR" sz="1350" kern="1200" dirty="0">
                <a:solidFill>
                  <a:prstClr val="white"/>
                </a:solidFill>
                <a:latin typeface="Times New Roman" panose="02020603050405020304" pitchFamily="18" charset="0"/>
                <a:cs typeface="Times New Roman" panose="02020603050405020304" pitchFamily="18" charset="0"/>
              </a:rPr>
              <a:t>SAP</a:t>
            </a:r>
          </a:p>
          <a:p>
            <a:pPr marL="214313" indent="-214313" defTabSz="685800">
              <a:buClrTx/>
              <a:buFont typeface="Wingdings" panose="05000000000000000000" pitchFamily="2" charset="2"/>
              <a:buChar char="v"/>
              <a:defRPr/>
            </a:pPr>
            <a:r>
              <a:rPr lang="fr-FR" sz="1350" kern="1200" dirty="0">
                <a:solidFill>
                  <a:prstClr val="white"/>
                </a:solidFill>
                <a:latin typeface="Times New Roman" panose="02020603050405020304" pitchFamily="18" charset="0"/>
                <a:cs typeface="Times New Roman" panose="02020603050405020304" pitchFamily="18" charset="0"/>
              </a:rPr>
              <a:t>DIMOMAINT</a:t>
            </a:r>
          </a:p>
          <a:p>
            <a:pPr marL="214313" indent="-214313" defTabSz="685800">
              <a:buClrTx/>
              <a:buFont typeface="Wingdings" panose="05000000000000000000" pitchFamily="2" charset="2"/>
              <a:buChar char="v"/>
              <a:defRPr/>
            </a:pPr>
            <a:endParaRPr lang="fr-FR" sz="1350" kern="1200" dirty="0">
              <a:solidFill>
                <a:prstClr val="white"/>
              </a:solidFill>
              <a:latin typeface="Times New Roman" panose="02020603050405020304" pitchFamily="18" charset="0"/>
              <a:cs typeface="Times New Roman" panose="02020603050405020304" pitchFamily="18" charset="0"/>
            </a:endParaRPr>
          </a:p>
          <a:p>
            <a:pPr marL="214313" indent="-214313" defTabSz="685800">
              <a:buClrTx/>
              <a:buFont typeface="Wingdings" panose="05000000000000000000" pitchFamily="2" charset="2"/>
              <a:buChar char="v"/>
              <a:defRPr/>
            </a:pPr>
            <a:endParaRPr lang="fr-FR" sz="1350" kern="1200" dirty="0">
              <a:solidFill>
                <a:prstClr val="white"/>
              </a:solidFill>
              <a:latin typeface="Times New Roman" panose="02020603050405020304" pitchFamily="18" charset="0"/>
              <a:cs typeface="Times New Roman" panose="02020603050405020304" pitchFamily="18" charset="0"/>
            </a:endParaRPr>
          </a:p>
          <a:p>
            <a:pPr marL="214313" indent="-214313" defTabSz="685800">
              <a:buClrTx/>
              <a:buFont typeface="Wingdings" panose="05000000000000000000" pitchFamily="2" charset="2"/>
              <a:buChar char="v"/>
              <a:defRPr/>
            </a:pPr>
            <a:endParaRPr lang="fr-FR" sz="1350" kern="1200" dirty="0">
              <a:solidFill>
                <a:prstClr val="white"/>
              </a:solidFill>
              <a:latin typeface="Times New Roman" panose="02020603050405020304" pitchFamily="18" charset="0"/>
              <a:cs typeface="Times New Roman" panose="02020603050405020304" pitchFamily="18" charset="0"/>
            </a:endParaRPr>
          </a:p>
        </p:txBody>
      </p:sp>
      <p:sp>
        <p:nvSpPr>
          <p:cNvPr id="2" name="Arrondir un rectangle avec un coin diagonal 7">
            <a:extLst>
              <a:ext uri="{FF2B5EF4-FFF2-40B4-BE49-F238E27FC236}">
                <a16:creationId xmlns:a16="http://schemas.microsoft.com/office/drawing/2014/main" id="{2CFAF2A0-4BD4-8C8A-0B8E-07C179D24123}"/>
              </a:ext>
            </a:extLst>
          </p:cNvPr>
          <p:cNvSpPr/>
          <p:nvPr/>
        </p:nvSpPr>
        <p:spPr>
          <a:xfrm>
            <a:off x="3291088" y="3273293"/>
            <a:ext cx="2826536" cy="1360076"/>
          </a:xfrm>
          <a:prstGeom prst="round2DiagRect">
            <a:avLst/>
          </a:prstGeom>
          <a:solidFill>
            <a:srgbClr val="002060"/>
          </a:solidFill>
          <a:ln>
            <a:solidFill>
              <a:srgbClr val="002060"/>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buClrTx/>
              <a:defRPr/>
            </a:pPr>
            <a:endParaRPr lang="fr-FR" sz="1350" kern="1200" dirty="0">
              <a:solidFill>
                <a:prstClr val="white"/>
              </a:solidFill>
              <a:latin typeface="Times New Roman" panose="02020603050405020304" pitchFamily="18" charset="0"/>
              <a:cs typeface="Times New Roman" panose="02020603050405020304" pitchFamily="18" charset="0"/>
            </a:endParaRPr>
          </a:p>
          <a:p>
            <a:pPr algn="ctr" defTabSz="685800">
              <a:buClrTx/>
              <a:defRPr/>
            </a:pPr>
            <a:endParaRPr lang="fr-FR" sz="1350" kern="1200" dirty="0">
              <a:solidFill>
                <a:prstClr val="white"/>
              </a:solidFill>
              <a:latin typeface="Times New Roman" panose="02020603050405020304" pitchFamily="18" charset="0"/>
              <a:cs typeface="Times New Roman" panose="02020603050405020304" pitchFamily="18" charset="0"/>
            </a:endParaRPr>
          </a:p>
          <a:p>
            <a:pPr algn="ctr" defTabSz="685800">
              <a:buClrTx/>
              <a:defRPr/>
            </a:pPr>
            <a:r>
              <a:rPr lang="fr-FR" sz="1350" kern="1200" dirty="0">
                <a:solidFill>
                  <a:prstClr val="white"/>
                </a:solidFill>
                <a:latin typeface="Times New Roman" panose="02020603050405020304" pitchFamily="18" charset="0"/>
                <a:cs typeface="Times New Roman" panose="02020603050405020304" pitchFamily="18" charset="0"/>
              </a:rPr>
              <a:t>PLAN  DE PREVENTION</a:t>
            </a:r>
          </a:p>
          <a:p>
            <a:pPr marL="214313" indent="-214313" defTabSz="685800">
              <a:buClrTx/>
              <a:buFont typeface="Wingdings" panose="05000000000000000000" pitchFamily="2" charset="2"/>
              <a:buChar char="v"/>
              <a:defRPr/>
            </a:pPr>
            <a:endParaRPr lang="fr-FR" sz="1350" kern="1200" dirty="0">
              <a:solidFill>
                <a:prstClr val="white"/>
              </a:solidFill>
              <a:latin typeface="Times New Roman" panose="02020603050405020304" pitchFamily="18" charset="0"/>
              <a:cs typeface="Times New Roman" panose="02020603050405020304" pitchFamily="18" charset="0"/>
            </a:endParaRPr>
          </a:p>
          <a:p>
            <a:pPr marL="214313" indent="-214313" defTabSz="685800">
              <a:buClrTx/>
              <a:buFont typeface="Wingdings" panose="05000000000000000000" pitchFamily="2" charset="2"/>
              <a:buChar char="v"/>
              <a:defRPr/>
            </a:pPr>
            <a:r>
              <a:rPr lang="fr-FR" sz="1350" kern="1200" dirty="0">
                <a:solidFill>
                  <a:prstClr val="white"/>
                </a:solidFill>
                <a:latin typeface="Times New Roman" panose="02020603050405020304" pitchFamily="18" charset="0"/>
                <a:cs typeface="Times New Roman" panose="02020603050405020304" pitchFamily="18" charset="0"/>
              </a:rPr>
              <a:t>GERICO</a:t>
            </a:r>
          </a:p>
          <a:p>
            <a:pPr defTabSz="685800">
              <a:buClrTx/>
              <a:defRPr/>
            </a:pPr>
            <a:endParaRPr lang="fr-FR" sz="1350" kern="1200" dirty="0">
              <a:solidFill>
                <a:prstClr val="white"/>
              </a:solidFill>
              <a:latin typeface="Times New Roman" panose="02020603050405020304" pitchFamily="18" charset="0"/>
              <a:cs typeface="Times New Roman" panose="02020603050405020304" pitchFamily="18" charset="0"/>
            </a:endParaRPr>
          </a:p>
          <a:p>
            <a:pPr marL="214313" indent="-214313" defTabSz="685800">
              <a:buClrTx/>
              <a:buFont typeface="Wingdings" panose="05000000000000000000" pitchFamily="2" charset="2"/>
              <a:buChar char="v"/>
              <a:defRPr/>
            </a:pPr>
            <a:r>
              <a:rPr lang="fr-FR" sz="1350" kern="1200" dirty="0">
                <a:solidFill>
                  <a:prstClr val="white"/>
                </a:solidFill>
                <a:latin typeface="Times New Roman" panose="02020603050405020304" pitchFamily="18" charset="0"/>
                <a:cs typeface="Times New Roman" panose="02020603050405020304" pitchFamily="18" charset="0"/>
              </a:rPr>
              <a:t>APEX</a:t>
            </a:r>
          </a:p>
          <a:p>
            <a:pPr marL="214313" indent="-214313" defTabSz="685800">
              <a:buClrTx/>
              <a:buFont typeface="Wingdings" panose="05000000000000000000" pitchFamily="2" charset="2"/>
              <a:buChar char="v"/>
              <a:defRPr/>
            </a:pPr>
            <a:endParaRPr lang="fr-FR" sz="1350" kern="1200" dirty="0">
              <a:solidFill>
                <a:prstClr val="white"/>
              </a:solidFill>
              <a:latin typeface="Times New Roman" panose="02020603050405020304" pitchFamily="18" charset="0"/>
              <a:cs typeface="Times New Roman" panose="02020603050405020304" pitchFamily="18" charset="0"/>
            </a:endParaRPr>
          </a:p>
          <a:p>
            <a:pPr marL="214313" indent="-214313" defTabSz="685800">
              <a:buClrTx/>
              <a:buFont typeface="Wingdings" panose="05000000000000000000" pitchFamily="2" charset="2"/>
              <a:buChar char="v"/>
              <a:defRPr/>
            </a:pPr>
            <a:endParaRPr lang="fr-FR" sz="1350" kern="1200" dirty="0">
              <a:solidFill>
                <a:prstClr val="white"/>
              </a:solidFill>
              <a:latin typeface="Times New Roman" panose="02020603050405020304" pitchFamily="18" charset="0"/>
              <a:cs typeface="Times New Roman" panose="02020603050405020304" pitchFamily="18" charset="0"/>
            </a:endParaRPr>
          </a:p>
          <a:p>
            <a:pPr marL="214313" indent="-214313" defTabSz="685800">
              <a:buClrTx/>
              <a:buFont typeface="Wingdings" panose="05000000000000000000" pitchFamily="2" charset="2"/>
              <a:buChar char="v"/>
              <a:defRPr/>
            </a:pPr>
            <a:endParaRPr lang="fr-FR" sz="1350" kern="1200" dirty="0">
              <a:solidFill>
                <a:prstClr val="white"/>
              </a:solidFill>
              <a:latin typeface="Times New Roman" panose="02020603050405020304" pitchFamily="18" charset="0"/>
              <a:cs typeface="Times New Roman" panose="02020603050405020304" pitchFamily="18" charset="0"/>
            </a:endParaRPr>
          </a:p>
        </p:txBody>
      </p:sp>
      <p:sp>
        <p:nvSpPr>
          <p:cNvPr id="19" name="Arrondir un rectangle avec un coin diagonal 7">
            <a:extLst>
              <a:ext uri="{FF2B5EF4-FFF2-40B4-BE49-F238E27FC236}">
                <a16:creationId xmlns:a16="http://schemas.microsoft.com/office/drawing/2014/main" id="{D72F1257-700B-E260-9355-20DF36F4AACA}"/>
              </a:ext>
            </a:extLst>
          </p:cNvPr>
          <p:cNvSpPr/>
          <p:nvPr/>
        </p:nvSpPr>
        <p:spPr>
          <a:xfrm>
            <a:off x="5539614" y="1159341"/>
            <a:ext cx="2826536" cy="1490742"/>
          </a:xfrm>
          <a:prstGeom prst="round2DiagRect">
            <a:avLst/>
          </a:prstGeom>
          <a:solidFill>
            <a:srgbClr val="002060"/>
          </a:solidFill>
          <a:ln>
            <a:solidFill>
              <a:srgbClr val="002060"/>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buClrTx/>
              <a:defRPr/>
            </a:pPr>
            <a:endParaRPr lang="fr-FR" sz="1350" kern="1200" dirty="0">
              <a:solidFill>
                <a:prstClr val="white"/>
              </a:solidFill>
              <a:latin typeface="Times New Roman" panose="02020603050405020304" pitchFamily="18" charset="0"/>
              <a:cs typeface="Times New Roman" panose="02020603050405020304" pitchFamily="18" charset="0"/>
            </a:endParaRPr>
          </a:p>
          <a:p>
            <a:pPr algn="ctr" defTabSz="685800">
              <a:buClrTx/>
              <a:defRPr/>
            </a:pPr>
            <a:endParaRPr lang="fr-FR" sz="1350" kern="1200" dirty="0">
              <a:solidFill>
                <a:prstClr val="white"/>
              </a:solidFill>
              <a:latin typeface="Times New Roman" panose="02020603050405020304" pitchFamily="18" charset="0"/>
              <a:cs typeface="Times New Roman" panose="02020603050405020304" pitchFamily="18" charset="0"/>
            </a:endParaRPr>
          </a:p>
          <a:p>
            <a:pPr algn="ctr" defTabSz="685800">
              <a:buClrTx/>
              <a:defRPr/>
            </a:pPr>
            <a:r>
              <a:rPr lang="fr-FR" sz="1350" kern="1200" dirty="0">
                <a:solidFill>
                  <a:prstClr val="white"/>
                </a:solidFill>
                <a:latin typeface="Times New Roman" panose="02020603050405020304" pitchFamily="18" charset="0"/>
                <a:cs typeface="Times New Roman" panose="02020603050405020304" pitchFamily="18" charset="0"/>
              </a:rPr>
              <a:t>GESTION DOCUMENTAIRE</a:t>
            </a:r>
          </a:p>
          <a:p>
            <a:pPr defTabSz="685800">
              <a:buClrTx/>
              <a:defRPr/>
            </a:pPr>
            <a:endParaRPr lang="fr-FR" sz="1350" kern="1200" dirty="0">
              <a:solidFill>
                <a:prstClr val="white"/>
              </a:solidFill>
              <a:latin typeface="Times New Roman" panose="02020603050405020304" pitchFamily="18" charset="0"/>
              <a:cs typeface="Times New Roman" panose="02020603050405020304" pitchFamily="18" charset="0"/>
            </a:endParaRPr>
          </a:p>
          <a:p>
            <a:pPr marL="214313" indent="-214313" defTabSz="685800">
              <a:buClrTx/>
              <a:buFont typeface="Wingdings" panose="05000000000000000000" pitchFamily="2" charset="2"/>
              <a:buChar char="v"/>
              <a:defRPr/>
            </a:pPr>
            <a:r>
              <a:rPr lang="fr-FR" sz="1350" kern="1200" dirty="0" err="1">
                <a:solidFill>
                  <a:prstClr val="white"/>
                </a:solidFill>
                <a:latin typeface="Times New Roman" panose="02020603050405020304" pitchFamily="18" charset="0"/>
                <a:cs typeface="Times New Roman" panose="02020603050405020304" pitchFamily="18" charset="0"/>
              </a:rPr>
              <a:t>Docinfo</a:t>
            </a:r>
            <a:endParaRPr lang="fr-FR" sz="1350" kern="1200" dirty="0">
              <a:solidFill>
                <a:prstClr val="white"/>
              </a:solidFill>
              <a:latin typeface="Times New Roman" panose="02020603050405020304" pitchFamily="18" charset="0"/>
              <a:cs typeface="Times New Roman" panose="02020603050405020304" pitchFamily="18" charset="0"/>
            </a:endParaRPr>
          </a:p>
          <a:p>
            <a:pPr marL="214313" indent="-214313" defTabSz="685800">
              <a:buClrTx/>
              <a:buFont typeface="Wingdings" panose="05000000000000000000" pitchFamily="2" charset="2"/>
              <a:buChar char="v"/>
              <a:defRPr/>
            </a:pPr>
            <a:r>
              <a:rPr lang="fr-FR" sz="1350" kern="1200" dirty="0">
                <a:solidFill>
                  <a:prstClr val="white"/>
                </a:solidFill>
                <a:latin typeface="Times New Roman" panose="02020603050405020304" pitchFamily="18" charset="0"/>
                <a:cs typeface="Times New Roman" panose="02020603050405020304" pitchFamily="18" charset="0"/>
              </a:rPr>
              <a:t>SharePoint</a:t>
            </a:r>
          </a:p>
          <a:p>
            <a:pPr marL="214313" indent="-214313" defTabSz="685800">
              <a:buClrTx/>
              <a:buFont typeface="Wingdings" panose="05000000000000000000" pitchFamily="2" charset="2"/>
              <a:buChar char="v"/>
              <a:defRPr/>
            </a:pPr>
            <a:r>
              <a:rPr lang="fr-FR" sz="1350" kern="1200" dirty="0">
                <a:solidFill>
                  <a:prstClr val="white"/>
                </a:solidFill>
                <a:latin typeface="Times New Roman" panose="02020603050405020304" pitchFamily="18" charset="0"/>
                <a:cs typeface="Times New Roman" panose="02020603050405020304" pitchFamily="18" charset="0"/>
              </a:rPr>
              <a:t>GED</a:t>
            </a:r>
          </a:p>
          <a:p>
            <a:pPr marL="214313" indent="-214313" defTabSz="685800">
              <a:buClrTx/>
              <a:buFont typeface="Wingdings" panose="05000000000000000000" pitchFamily="2" charset="2"/>
              <a:buChar char="v"/>
              <a:defRPr/>
            </a:pPr>
            <a:r>
              <a:rPr lang="fr-FR" sz="1350" kern="1200" dirty="0">
                <a:solidFill>
                  <a:prstClr val="white"/>
                </a:solidFill>
                <a:latin typeface="Times New Roman" panose="02020603050405020304" pitchFamily="18" charset="0"/>
                <a:cs typeface="Times New Roman" panose="02020603050405020304" pitchFamily="18" charset="0"/>
              </a:rPr>
              <a:t>ADVESO</a:t>
            </a:r>
          </a:p>
          <a:p>
            <a:pPr marL="214313" indent="-214313" defTabSz="685800">
              <a:buClrTx/>
              <a:buFont typeface="Wingdings" panose="05000000000000000000" pitchFamily="2" charset="2"/>
              <a:buChar char="v"/>
              <a:defRPr/>
            </a:pPr>
            <a:endParaRPr lang="fr-FR" sz="1350" kern="1200" dirty="0">
              <a:solidFill>
                <a:prstClr val="white"/>
              </a:solidFill>
              <a:latin typeface="Times New Roman" panose="02020603050405020304" pitchFamily="18" charset="0"/>
              <a:cs typeface="Times New Roman" panose="02020603050405020304" pitchFamily="18" charset="0"/>
            </a:endParaRPr>
          </a:p>
          <a:p>
            <a:pPr marL="214313" indent="-214313" defTabSz="685800">
              <a:buClrTx/>
              <a:buFont typeface="Wingdings" panose="05000000000000000000" pitchFamily="2" charset="2"/>
              <a:buChar char="v"/>
              <a:defRPr/>
            </a:pPr>
            <a:endParaRPr lang="fr-FR" sz="1350" kern="1200" dirty="0">
              <a:solidFill>
                <a:prstClr val="white"/>
              </a:solidFill>
              <a:latin typeface="Times New Roman" panose="02020603050405020304" pitchFamily="18" charset="0"/>
              <a:cs typeface="Times New Roman" panose="02020603050405020304" pitchFamily="18" charset="0"/>
            </a:endParaRPr>
          </a:p>
          <a:p>
            <a:pPr marL="214313" indent="-214313" defTabSz="685800">
              <a:buClrTx/>
              <a:buFont typeface="Wingdings" panose="05000000000000000000" pitchFamily="2" charset="2"/>
              <a:buChar char="v"/>
              <a:defRPr/>
            </a:pPr>
            <a:endParaRPr lang="fr-FR" sz="1350" kern="1200" dirty="0">
              <a:solidFill>
                <a:prstClr val="white"/>
              </a:solidFill>
              <a:latin typeface="Times New Roman" panose="02020603050405020304" pitchFamily="18" charset="0"/>
              <a:cs typeface="Times New Roman" panose="02020603050405020304" pitchFamily="18" charset="0"/>
            </a:endParaRPr>
          </a:p>
        </p:txBody>
      </p:sp>
      <p:pic>
        <p:nvPicPr>
          <p:cNvPr id="17" name="Image 16" descr="Une image contenant capture d’écran, cercle, texte, logo&#10;&#10;Le contenu généré par l’IA peut être incorrect.">
            <a:extLst>
              <a:ext uri="{FF2B5EF4-FFF2-40B4-BE49-F238E27FC236}">
                <a16:creationId xmlns:a16="http://schemas.microsoft.com/office/drawing/2014/main" id="{62FA8495-F971-7E6C-EDD0-A9B0127459DF}"/>
              </a:ext>
            </a:extLst>
          </p:cNvPr>
          <p:cNvPicPr>
            <a:picLocks noChangeAspect="1"/>
          </p:cNvPicPr>
          <p:nvPr/>
        </p:nvPicPr>
        <p:blipFill>
          <a:blip r:embed="rId3"/>
          <a:stretch>
            <a:fillRect/>
          </a:stretch>
        </p:blipFill>
        <p:spPr>
          <a:xfrm>
            <a:off x="293669" y="224798"/>
            <a:ext cx="845613" cy="772730"/>
          </a:xfrm>
          <a:prstGeom prst="rect">
            <a:avLst/>
          </a:prstGeom>
          <a:effectLst/>
        </p:spPr>
      </p:pic>
    </p:spTree>
    <p:extLst>
      <p:ext uri="{BB962C8B-B14F-4D97-AF65-F5344CB8AC3E}">
        <p14:creationId xmlns:p14="http://schemas.microsoft.com/office/powerpoint/2010/main" val="22951654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Shape 265">
          <a:extLst>
            <a:ext uri="{FF2B5EF4-FFF2-40B4-BE49-F238E27FC236}">
              <a16:creationId xmlns:a16="http://schemas.microsoft.com/office/drawing/2014/main" id="{72332ECF-7EEA-4994-74EA-A1504940E952}"/>
            </a:ext>
          </a:extLst>
        </p:cNvPr>
        <p:cNvGrpSpPr/>
        <p:nvPr/>
      </p:nvGrpSpPr>
      <p:grpSpPr>
        <a:xfrm>
          <a:off x="0" y="0"/>
          <a:ext cx="0" cy="0"/>
          <a:chOff x="0" y="0"/>
          <a:chExt cx="0" cy="0"/>
        </a:xfrm>
      </p:grpSpPr>
      <p:sp>
        <p:nvSpPr>
          <p:cNvPr id="3" name="Ruban : incliné vers le bas 2">
            <a:extLst>
              <a:ext uri="{FF2B5EF4-FFF2-40B4-BE49-F238E27FC236}">
                <a16:creationId xmlns:a16="http://schemas.microsoft.com/office/drawing/2014/main" id="{77789330-1E2E-C39E-F853-2DAF05BB2E47}"/>
              </a:ext>
            </a:extLst>
          </p:cNvPr>
          <p:cNvSpPr/>
          <p:nvPr/>
        </p:nvSpPr>
        <p:spPr>
          <a:xfrm>
            <a:off x="1213999" y="632040"/>
            <a:ext cx="7153348" cy="183743"/>
          </a:xfrm>
          <a:prstGeom prst="ribbon">
            <a:avLst/>
          </a:prstGeom>
          <a:solidFill>
            <a:srgbClr val="00206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rgbClr val="002060"/>
              </a:solidFill>
            </a:endParaRPr>
          </a:p>
        </p:txBody>
      </p:sp>
      <p:cxnSp>
        <p:nvCxnSpPr>
          <p:cNvPr id="33" name="Connecteur droit 32">
            <a:extLst>
              <a:ext uri="{FF2B5EF4-FFF2-40B4-BE49-F238E27FC236}">
                <a16:creationId xmlns:a16="http://schemas.microsoft.com/office/drawing/2014/main" id="{7D0FA4C4-D84C-4FD7-5820-BDF3AAA82E2B}"/>
              </a:ext>
            </a:extLst>
          </p:cNvPr>
          <p:cNvCxnSpPr/>
          <p:nvPr/>
        </p:nvCxnSpPr>
        <p:spPr>
          <a:xfrm>
            <a:off x="2381" y="1059502"/>
            <a:ext cx="9141619"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18" name="Titre 1">
            <a:extLst>
              <a:ext uri="{FF2B5EF4-FFF2-40B4-BE49-F238E27FC236}">
                <a16:creationId xmlns:a16="http://schemas.microsoft.com/office/drawing/2014/main" id="{2E2F9CFC-77F1-D305-9E63-F708DD71AB57}"/>
              </a:ext>
            </a:extLst>
          </p:cNvPr>
          <p:cNvSpPr>
            <a:spLocks noGrp="1"/>
          </p:cNvSpPr>
          <p:nvPr>
            <p:ph type="title"/>
          </p:nvPr>
        </p:nvSpPr>
        <p:spPr>
          <a:xfrm>
            <a:off x="1281416" y="255375"/>
            <a:ext cx="7205560" cy="429193"/>
          </a:xfrm>
        </p:spPr>
        <p:txBody>
          <a:bodyPr vert="horz" lIns="68562" tIns="34281" rIns="68562" bIns="34281" rtlCol="0" anchor="ctr">
            <a:normAutofit/>
          </a:bodyPr>
          <a:lstStyle/>
          <a:p>
            <a:pPr algn="ctr"/>
            <a:r>
              <a:rPr lang="fr-FR" altLang="fr-FR" sz="2100" b="1" dirty="0">
                <a:solidFill>
                  <a:srgbClr val="002060"/>
                </a:solidFill>
                <a:latin typeface="Algerian" panose="04020705040A02060702" pitchFamily="82" charset="0"/>
                <a:ea typeface="Open Sans Extrabold" panose="020B0606030504020204" pitchFamily="34" charset="0"/>
                <a:cs typeface="Open Sans Extrabold" panose="020B0606030504020204" pitchFamily="34" charset="0"/>
              </a:rPr>
              <a:t>MAINTENANCE INDUSTRIELLE ET TERTIAIRE</a:t>
            </a:r>
          </a:p>
        </p:txBody>
      </p:sp>
      <p:sp>
        <p:nvSpPr>
          <p:cNvPr id="16" name="Ellipse 15">
            <a:extLst>
              <a:ext uri="{FF2B5EF4-FFF2-40B4-BE49-F238E27FC236}">
                <a16:creationId xmlns:a16="http://schemas.microsoft.com/office/drawing/2014/main" id="{B493D89E-28EF-D63A-CE8F-F6CFD3D95226}"/>
              </a:ext>
            </a:extLst>
          </p:cNvPr>
          <p:cNvSpPr/>
          <p:nvPr/>
        </p:nvSpPr>
        <p:spPr>
          <a:xfrm>
            <a:off x="2505064" y="1393523"/>
            <a:ext cx="3966249" cy="3270456"/>
          </a:xfrm>
          <a:prstGeom prst="ellipse">
            <a:avLst/>
          </a:prstGeom>
          <a:noFill/>
          <a:ln w="76200">
            <a:solidFill>
              <a:srgbClr val="002060"/>
            </a:solidFill>
          </a:ln>
          <a:scene3d>
            <a:camera prst="orthographicFront"/>
            <a:lightRig rig="threePt" dir="t"/>
          </a:scene3d>
          <a:sp3d prstMaterial="flat"/>
        </p:spPr>
        <p:style>
          <a:lnRef idx="1">
            <a:schemeClr val="accent1"/>
          </a:lnRef>
          <a:fillRef idx="3">
            <a:schemeClr val="accent1"/>
          </a:fillRef>
          <a:effectRef idx="2">
            <a:schemeClr val="accent1"/>
          </a:effectRef>
          <a:fontRef idx="minor">
            <a:schemeClr val="lt1"/>
          </a:fontRef>
        </p:style>
        <p:txBody>
          <a:bodyPr anchor="ctr"/>
          <a:lstStyle/>
          <a:p>
            <a:pPr algn="ctr" defTabSz="685800">
              <a:buClrTx/>
              <a:defRPr/>
            </a:pPr>
            <a:endParaRPr lang="fr-FR" sz="1500" kern="1200" dirty="0">
              <a:solidFill>
                <a:prstClr val="white"/>
              </a:solidFill>
              <a:latin typeface="Times New Roman" panose="02020603050405020304" pitchFamily="18" charset="0"/>
              <a:cs typeface="Times New Roman" panose="02020603050405020304" pitchFamily="18" charset="0"/>
            </a:endParaRPr>
          </a:p>
        </p:txBody>
      </p:sp>
      <p:grpSp>
        <p:nvGrpSpPr>
          <p:cNvPr id="17" name="Groupe 16">
            <a:extLst>
              <a:ext uri="{FF2B5EF4-FFF2-40B4-BE49-F238E27FC236}">
                <a16:creationId xmlns:a16="http://schemas.microsoft.com/office/drawing/2014/main" id="{7ADB5089-60C1-FC29-0514-5DD8C089125B}"/>
              </a:ext>
            </a:extLst>
          </p:cNvPr>
          <p:cNvGrpSpPr/>
          <p:nvPr/>
        </p:nvGrpSpPr>
        <p:grpSpPr>
          <a:xfrm>
            <a:off x="3419146" y="2472250"/>
            <a:ext cx="1989765" cy="1014549"/>
            <a:chOff x="1403560" y="1463299"/>
            <a:chExt cx="1509109" cy="1509109"/>
          </a:xfrm>
        </p:grpSpPr>
        <p:sp>
          <p:nvSpPr>
            <p:cNvPr id="21" name="Ellipse 20" title="Group- industry and technology markets ">
              <a:extLst>
                <a:ext uri="{FF2B5EF4-FFF2-40B4-BE49-F238E27FC236}">
                  <a16:creationId xmlns:a16="http://schemas.microsoft.com/office/drawing/2014/main" id="{9CBFBCA8-9B1A-50AF-C596-441E2EE8F881}"/>
                </a:ext>
              </a:extLst>
            </p:cNvPr>
            <p:cNvSpPr/>
            <p:nvPr/>
          </p:nvSpPr>
          <p:spPr>
            <a:xfrm>
              <a:off x="1403560" y="1463299"/>
              <a:ext cx="1509109" cy="1509109"/>
            </a:xfrm>
            <a:prstGeom prst="ellipse">
              <a:avLst/>
            </a:prstGeom>
            <a:solidFill>
              <a:srgbClr val="002060"/>
            </a:solidFill>
            <a:ln>
              <a:solidFill>
                <a:srgbClr val="002060"/>
              </a:solidFill>
            </a:ln>
          </p:spPr>
          <p:style>
            <a:lnRef idx="2">
              <a:scrgbClr r="0" g="0" b="0"/>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a:lstStyle/>
            <a:p>
              <a:pPr defTabSz="685800">
                <a:buClrTx/>
              </a:pPr>
              <a:endParaRPr lang="fr-FR" sz="1350" kern="1200">
                <a:solidFill>
                  <a:prstClr val="black">
                    <a:hueOff val="0"/>
                    <a:satOff val="0"/>
                    <a:lumOff val="0"/>
                    <a:alphaOff val="0"/>
                  </a:prstClr>
                </a:solidFill>
                <a:latin typeface="Calibri" panose="020F0502020204030204"/>
              </a:endParaRPr>
            </a:p>
          </p:txBody>
        </p:sp>
        <p:sp>
          <p:nvSpPr>
            <p:cNvPr id="22" name="Ellipse 4">
              <a:extLst>
                <a:ext uri="{FF2B5EF4-FFF2-40B4-BE49-F238E27FC236}">
                  <a16:creationId xmlns:a16="http://schemas.microsoft.com/office/drawing/2014/main" id="{46057AE7-B57E-FD6A-BE09-B2B1D2009441}"/>
                </a:ext>
              </a:extLst>
            </p:cNvPr>
            <p:cNvSpPr txBox="1"/>
            <p:nvPr/>
          </p:nvSpPr>
          <p:spPr>
            <a:xfrm>
              <a:off x="1444710" y="1684303"/>
              <a:ext cx="1467958" cy="1067101"/>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3335" tIns="13335" rIns="13335" bIns="13335" numCol="1" spcCol="1270" rtlCol="0" anchor="ctr" anchorCtr="0">
              <a:noAutofit/>
            </a:bodyPr>
            <a:lstStyle/>
            <a:p>
              <a:pPr algn="ctr" defTabSz="466725">
                <a:lnSpc>
                  <a:spcPct val="150000"/>
                </a:lnSpc>
                <a:spcBef>
                  <a:spcPct val="0"/>
                </a:spcBef>
                <a:spcAft>
                  <a:spcPct val="35000"/>
                </a:spcAft>
                <a:buClrTx/>
              </a:pPr>
              <a:r>
                <a:rPr lang="fr-FR" altLang="fr-FR" sz="1000" b="1" kern="1200" dirty="0">
                  <a:solidFill>
                    <a:prstClr val="white"/>
                  </a:solidFill>
                  <a:latin typeface="Times New Roman" panose="02020603050405020304" pitchFamily="18" charset="0"/>
                  <a:ea typeface="Open Sans" panose="020B0606030504020204" pitchFamily="34" charset="0"/>
                  <a:cs typeface="Times New Roman" panose="02020603050405020304" pitchFamily="18" charset="0"/>
                </a:rPr>
                <a:t>SOLUTIONS </a:t>
              </a:r>
            </a:p>
            <a:p>
              <a:pPr algn="ctr" defTabSz="466725">
                <a:lnSpc>
                  <a:spcPct val="150000"/>
                </a:lnSpc>
                <a:spcBef>
                  <a:spcPct val="0"/>
                </a:spcBef>
                <a:spcAft>
                  <a:spcPct val="35000"/>
                </a:spcAft>
                <a:buClrTx/>
              </a:pPr>
              <a:r>
                <a:rPr lang="fr-FR" altLang="fr-FR" sz="1000" b="1" kern="1200" dirty="0">
                  <a:solidFill>
                    <a:prstClr val="white"/>
                  </a:solidFill>
                  <a:latin typeface="Times New Roman" panose="02020603050405020304" pitchFamily="18" charset="0"/>
                  <a:ea typeface="Open Sans" panose="020B0606030504020204" pitchFamily="34" charset="0"/>
                  <a:cs typeface="Times New Roman" panose="02020603050405020304" pitchFamily="18" charset="0"/>
                </a:rPr>
                <a:t>ET SERVICES INDUSTRIELS</a:t>
              </a:r>
            </a:p>
            <a:p>
              <a:pPr algn="ctr" defTabSz="466725">
                <a:lnSpc>
                  <a:spcPct val="150000"/>
                </a:lnSpc>
                <a:spcBef>
                  <a:spcPct val="0"/>
                </a:spcBef>
                <a:spcAft>
                  <a:spcPct val="35000"/>
                </a:spcAft>
                <a:buClrTx/>
              </a:pPr>
              <a:r>
                <a:rPr lang="fr-FR" sz="1000" b="1" kern="1200" dirty="0">
                  <a:solidFill>
                    <a:prstClr val="white"/>
                  </a:solidFill>
                  <a:latin typeface="Times New Roman" panose="02020603050405020304" pitchFamily="18" charset="0"/>
                  <a:ea typeface="Open Sans" panose="020B0606030504020204" pitchFamily="34" charset="0"/>
                  <a:cs typeface="Times New Roman" panose="02020603050405020304" pitchFamily="18" charset="0"/>
                </a:rPr>
                <a:t>TERTIAIRE</a:t>
              </a:r>
              <a:endParaRPr lang="fr-FR" sz="1000" kern="1200" dirty="0">
                <a:solidFill>
                  <a:prstClr val="black">
                    <a:hueOff val="0"/>
                    <a:satOff val="0"/>
                    <a:lumOff val="0"/>
                    <a:alphaOff val="0"/>
                  </a:prstClr>
                </a:solidFill>
                <a:latin typeface="Calibri" panose="020F0502020204030204"/>
              </a:endParaRPr>
            </a:p>
          </p:txBody>
        </p:sp>
      </p:grpSp>
      <p:grpSp>
        <p:nvGrpSpPr>
          <p:cNvPr id="23" name="Groupe 22">
            <a:extLst>
              <a:ext uri="{FF2B5EF4-FFF2-40B4-BE49-F238E27FC236}">
                <a16:creationId xmlns:a16="http://schemas.microsoft.com/office/drawing/2014/main" id="{5300408F-94B2-CE92-39A7-E46E759D489A}"/>
              </a:ext>
            </a:extLst>
          </p:cNvPr>
          <p:cNvGrpSpPr/>
          <p:nvPr/>
        </p:nvGrpSpPr>
        <p:grpSpPr>
          <a:xfrm rot="20935637">
            <a:off x="3004168" y="1202186"/>
            <a:ext cx="1418178" cy="844474"/>
            <a:chOff x="1656124" y="3248659"/>
            <a:chExt cx="1071808" cy="1071808"/>
          </a:xfrm>
        </p:grpSpPr>
        <p:sp>
          <p:nvSpPr>
            <p:cNvPr id="24" name="Ellipse 23" title="Task 3- machinery">
              <a:extLst>
                <a:ext uri="{FF2B5EF4-FFF2-40B4-BE49-F238E27FC236}">
                  <a16:creationId xmlns:a16="http://schemas.microsoft.com/office/drawing/2014/main" id="{1C468FEB-4DB1-1378-86C3-A14EF0E9B24E}"/>
                </a:ext>
              </a:extLst>
            </p:cNvPr>
            <p:cNvSpPr/>
            <p:nvPr/>
          </p:nvSpPr>
          <p:spPr>
            <a:xfrm>
              <a:off x="1656124" y="3248659"/>
              <a:ext cx="1071808" cy="1071808"/>
            </a:xfrm>
            <a:prstGeom prst="ellipse">
              <a:avLst/>
            </a:prstGeom>
            <a:solidFill>
              <a:srgbClr val="002060"/>
            </a:solidFill>
            <a:ln>
              <a:solidFill>
                <a:srgbClr val="002060"/>
              </a:solidFill>
            </a:ln>
          </p:spPr>
          <p:style>
            <a:lnRef idx="2">
              <a:scrgbClr r="0" g="0" b="0"/>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a:lstStyle/>
            <a:p>
              <a:pPr defTabSz="685800">
                <a:buClrTx/>
              </a:pPr>
              <a:endParaRPr lang="fr-FR" sz="1500" kern="1200">
                <a:solidFill>
                  <a:prstClr val="black">
                    <a:hueOff val="0"/>
                    <a:satOff val="0"/>
                    <a:lumOff val="0"/>
                    <a:alphaOff val="0"/>
                  </a:prstClr>
                </a:solidFill>
                <a:latin typeface="Times New Roman" panose="02020603050405020304" pitchFamily="18" charset="0"/>
                <a:cs typeface="Times New Roman" panose="02020603050405020304" pitchFamily="18" charset="0"/>
              </a:endParaRPr>
            </a:p>
          </p:txBody>
        </p:sp>
        <p:sp>
          <p:nvSpPr>
            <p:cNvPr id="25" name="Ellipse 4">
              <a:extLst>
                <a:ext uri="{FF2B5EF4-FFF2-40B4-BE49-F238E27FC236}">
                  <a16:creationId xmlns:a16="http://schemas.microsoft.com/office/drawing/2014/main" id="{4B947E96-522B-F98C-9939-A285F52DF52D}"/>
                </a:ext>
              </a:extLst>
            </p:cNvPr>
            <p:cNvSpPr txBox="1"/>
            <p:nvPr/>
          </p:nvSpPr>
          <p:spPr>
            <a:xfrm>
              <a:off x="1813087" y="3405622"/>
              <a:ext cx="757882" cy="757882"/>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0478" tIns="10478" rIns="10478" bIns="10478" numCol="1" spcCol="1270" rtlCol="0" anchor="ctr" anchorCtr="0">
              <a:noAutofit/>
            </a:bodyPr>
            <a:lstStyle/>
            <a:p>
              <a:pPr algn="ctr" defTabSz="366713">
                <a:lnSpc>
                  <a:spcPct val="90000"/>
                </a:lnSpc>
                <a:spcBef>
                  <a:spcPct val="0"/>
                </a:spcBef>
                <a:spcAft>
                  <a:spcPct val="35000"/>
                </a:spcAft>
                <a:buClrTx/>
              </a:pPr>
              <a:r>
                <a:rPr lang="fr-FR" sz="1500" kern="1200" dirty="0">
                  <a:solidFill>
                    <a:prstClr val="white"/>
                  </a:solidFill>
                  <a:latin typeface="Times New Roman" panose="02020603050405020304" pitchFamily="18" charset="0"/>
                  <a:cs typeface="Times New Roman" panose="02020603050405020304" pitchFamily="18" charset="0"/>
                </a:rPr>
                <a:t>Préparation des arrêts techniques</a:t>
              </a:r>
              <a:endParaRPr lang="fr-FR" sz="1500" kern="1200" dirty="0">
                <a:solidFill>
                  <a:prstClr val="black">
                    <a:hueOff val="0"/>
                    <a:satOff val="0"/>
                    <a:lumOff val="0"/>
                    <a:alphaOff val="0"/>
                  </a:prstClr>
                </a:solidFill>
                <a:latin typeface="Times New Roman" panose="02020603050405020304" pitchFamily="18" charset="0"/>
                <a:cs typeface="Times New Roman" panose="02020603050405020304" pitchFamily="18" charset="0"/>
              </a:endParaRPr>
            </a:p>
          </p:txBody>
        </p:sp>
      </p:grpSp>
      <p:grpSp>
        <p:nvGrpSpPr>
          <p:cNvPr id="26" name="Groupe 25">
            <a:extLst>
              <a:ext uri="{FF2B5EF4-FFF2-40B4-BE49-F238E27FC236}">
                <a16:creationId xmlns:a16="http://schemas.microsoft.com/office/drawing/2014/main" id="{CE429C39-04E9-00B3-09FB-0286162F0085}"/>
              </a:ext>
            </a:extLst>
          </p:cNvPr>
          <p:cNvGrpSpPr/>
          <p:nvPr/>
        </p:nvGrpSpPr>
        <p:grpSpPr>
          <a:xfrm>
            <a:off x="1851355" y="2276886"/>
            <a:ext cx="1484735" cy="691630"/>
            <a:chOff x="1584176" y="1692531"/>
            <a:chExt cx="936103" cy="935405"/>
          </a:xfrm>
        </p:grpSpPr>
        <p:sp>
          <p:nvSpPr>
            <p:cNvPr id="27" name="Ellipse 26" title="Task 1- finance">
              <a:extLst>
                <a:ext uri="{FF2B5EF4-FFF2-40B4-BE49-F238E27FC236}">
                  <a16:creationId xmlns:a16="http://schemas.microsoft.com/office/drawing/2014/main" id="{3FA34803-A036-0D64-F40C-BA345DDCB0FF}"/>
                </a:ext>
              </a:extLst>
            </p:cNvPr>
            <p:cNvSpPr/>
            <p:nvPr/>
          </p:nvSpPr>
          <p:spPr>
            <a:xfrm>
              <a:off x="1584176" y="1692531"/>
              <a:ext cx="936103" cy="935405"/>
            </a:xfrm>
            <a:prstGeom prst="ellipse">
              <a:avLst/>
            </a:prstGeom>
            <a:solidFill>
              <a:srgbClr val="002060"/>
            </a:solidFill>
            <a:ln>
              <a:solidFill>
                <a:srgbClr val="002060"/>
              </a:solidFill>
            </a:ln>
          </p:spPr>
          <p:style>
            <a:lnRef idx="2">
              <a:scrgbClr r="0" g="0" b="0"/>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a:lstStyle/>
            <a:p>
              <a:pPr defTabSz="685800">
                <a:buClrTx/>
              </a:pPr>
              <a:endParaRPr lang="fr-FR" sz="1500" kern="1200">
                <a:solidFill>
                  <a:prstClr val="black">
                    <a:hueOff val="0"/>
                    <a:satOff val="0"/>
                    <a:lumOff val="0"/>
                    <a:alphaOff val="0"/>
                  </a:prstClr>
                </a:solidFill>
                <a:latin typeface="Times New Roman" panose="02020603050405020304" pitchFamily="18" charset="0"/>
                <a:cs typeface="Times New Roman" panose="02020603050405020304" pitchFamily="18" charset="0"/>
              </a:endParaRPr>
            </a:p>
          </p:txBody>
        </p:sp>
        <p:sp>
          <p:nvSpPr>
            <p:cNvPr id="28" name="Ellipse 4">
              <a:extLst>
                <a:ext uri="{FF2B5EF4-FFF2-40B4-BE49-F238E27FC236}">
                  <a16:creationId xmlns:a16="http://schemas.microsoft.com/office/drawing/2014/main" id="{9A2DEC34-5236-2CB6-79C7-BE9BEAED3FCC}"/>
                </a:ext>
              </a:extLst>
            </p:cNvPr>
            <p:cNvSpPr txBox="1"/>
            <p:nvPr/>
          </p:nvSpPr>
          <p:spPr>
            <a:xfrm>
              <a:off x="1721265" y="1829518"/>
              <a:ext cx="661925" cy="661431"/>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8573" tIns="8573" rIns="8573" bIns="8573" numCol="1" spcCol="1270" rtlCol="0" anchor="ctr" anchorCtr="0">
              <a:noAutofit/>
            </a:bodyPr>
            <a:lstStyle/>
            <a:p>
              <a:pPr algn="ctr" defTabSz="300038">
                <a:lnSpc>
                  <a:spcPct val="90000"/>
                </a:lnSpc>
                <a:spcBef>
                  <a:spcPct val="0"/>
                </a:spcBef>
                <a:spcAft>
                  <a:spcPct val="35000"/>
                </a:spcAft>
                <a:buClrTx/>
              </a:pPr>
              <a:r>
                <a:rPr lang="fr-FR" sz="1500" kern="1200" dirty="0">
                  <a:solidFill>
                    <a:prstClr val="white"/>
                  </a:solidFill>
                  <a:latin typeface="Times New Roman" panose="02020603050405020304" pitchFamily="18" charset="0"/>
                  <a:cs typeface="Times New Roman" panose="02020603050405020304" pitchFamily="18" charset="0"/>
                </a:rPr>
                <a:t>Maintenance préventive </a:t>
              </a:r>
            </a:p>
          </p:txBody>
        </p:sp>
      </p:grpSp>
      <p:grpSp>
        <p:nvGrpSpPr>
          <p:cNvPr id="29" name="Groupe 28">
            <a:extLst>
              <a:ext uri="{FF2B5EF4-FFF2-40B4-BE49-F238E27FC236}">
                <a16:creationId xmlns:a16="http://schemas.microsoft.com/office/drawing/2014/main" id="{498A314D-33C6-7398-B9E7-55DD2C07C45E}"/>
              </a:ext>
            </a:extLst>
          </p:cNvPr>
          <p:cNvGrpSpPr/>
          <p:nvPr/>
        </p:nvGrpSpPr>
        <p:grpSpPr>
          <a:xfrm rot="985478">
            <a:off x="4889704" y="1252760"/>
            <a:ext cx="1379097" cy="899503"/>
            <a:chOff x="1656124" y="3248659"/>
            <a:chExt cx="1071808" cy="1071808"/>
          </a:xfrm>
        </p:grpSpPr>
        <p:sp>
          <p:nvSpPr>
            <p:cNvPr id="30" name="Ellipse 29" title="Task 3- machinery">
              <a:extLst>
                <a:ext uri="{FF2B5EF4-FFF2-40B4-BE49-F238E27FC236}">
                  <a16:creationId xmlns:a16="http://schemas.microsoft.com/office/drawing/2014/main" id="{7F68265F-66C3-B928-2753-DEEB0501FA3C}"/>
                </a:ext>
              </a:extLst>
            </p:cNvPr>
            <p:cNvSpPr/>
            <p:nvPr/>
          </p:nvSpPr>
          <p:spPr>
            <a:xfrm>
              <a:off x="1656124" y="3248659"/>
              <a:ext cx="1071808" cy="1071808"/>
            </a:xfrm>
            <a:prstGeom prst="ellipse">
              <a:avLst/>
            </a:prstGeom>
            <a:solidFill>
              <a:srgbClr val="002060"/>
            </a:solidFill>
            <a:ln>
              <a:solidFill>
                <a:srgbClr val="002060"/>
              </a:solidFill>
            </a:ln>
          </p:spPr>
          <p:style>
            <a:lnRef idx="2">
              <a:scrgbClr r="0" g="0" b="0"/>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a:lstStyle/>
            <a:p>
              <a:pPr defTabSz="685800">
                <a:buClrTx/>
              </a:pPr>
              <a:endParaRPr lang="fr-FR" sz="1500" kern="1200">
                <a:solidFill>
                  <a:prstClr val="black">
                    <a:hueOff val="0"/>
                    <a:satOff val="0"/>
                    <a:lumOff val="0"/>
                    <a:alphaOff val="0"/>
                  </a:prstClr>
                </a:solidFill>
                <a:latin typeface="Times New Roman" panose="02020603050405020304" pitchFamily="18" charset="0"/>
                <a:cs typeface="Times New Roman" panose="02020603050405020304" pitchFamily="18" charset="0"/>
              </a:endParaRPr>
            </a:p>
          </p:txBody>
        </p:sp>
        <p:sp>
          <p:nvSpPr>
            <p:cNvPr id="31" name="Ellipse 4">
              <a:extLst>
                <a:ext uri="{FF2B5EF4-FFF2-40B4-BE49-F238E27FC236}">
                  <a16:creationId xmlns:a16="http://schemas.microsoft.com/office/drawing/2014/main" id="{B6CAD95F-0DEF-0971-C38C-E096F21BFEFC}"/>
                </a:ext>
              </a:extLst>
            </p:cNvPr>
            <p:cNvSpPr txBox="1"/>
            <p:nvPr/>
          </p:nvSpPr>
          <p:spPr>
            <a:xfrm>
              <a:off x="1813087" y="3405622"/>
              <a:ext cx="757882" cy="757882"/>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0478" tIns="10478" rIns="10478" bIns="10478" numCol="1" spcCol="1270" rtlCol="0" anchor="ctr" anchorCtr="0">
              <a:noAutofit/>
            </a:bodyPr>
            <a:lstStyle/>
            <a:p>
              <a:pPr algn="ctr" defTabSz="366713">
                <a:lnSpc>
                  <a:spcPct val="90000"/>
                </a:lnSpc>
                <a:spcBef>
                  <a:spcPct val="0"/>
                </a:spcBef>
                <a:spcAft>
                  <a:spcPct val="35000"/>
                </a:spcAft>
                <a:buClrTx/>
              </a:pPr>
              <a:r>
                <a:rPr lang="fr-FR" sz="1500" kern="1200" dirty="0">
                  <a:solidFill>
                    <a:prstClr val="white"/>
                  </a:solidFill>
                  <a:latin typeface="Times New Roman" panose="02020603050405020304" pitchFamily="18" charset="0"/>
                  <a:cs typeface="Times New Roman" panose="02020603050405020304" pitchFamily="18" charset="0"/>
                </a:rPr>
                <a:t>Installation et entretien des clims</a:t>
              </a:r>
            </a:p>
          </p:txBody>
        </p:sp>
      </p:grpSp>
      <p:grpSp>
        <p:nvGrpSpPr>
          <p:cNvPr id="32" name="Groupe 31">
            <a:extLst>
              <a:ext uri="{FF2B5EF4-FFF2-40B4-BE49-F238E27FC236}">
                <a16:creationId xmlns:a16="http://schemas.microsoft.com/office/drawing/2014/main" id="{14CC5574-15DF-67E1-5DCA-AF92A35D2DBA}"/>
              </a:ext>
            </a:extLst>
          </p:cNvPr>
          <p:cNvGrpSpPr/>
          <p:nvPr/>
        </p:nvGrpSpPr>
        <p:grpSpPr>
          <a:xfrm rot="239060">
            <a:off x="5667839" y="2432267"/>
            <a:ext cx="1653420" cy="850546"/>
            <a:chOff x="1656124" y="3248659"/>
            <a:chExt cx="1071808" cy="1071808"/>
          </a:xfrm>
        </p:grpSpPr>
        <p:sp>
          <p:nvSpPr>
            <p:cNvPr id="36" name="Ellipse 35" title="Task 3- machinery">
              <a:extLst>
                <a:ext uri="{FF2B5EF4-FFF2-40B4-BE49-F238E27FC236}">
                  <a16:creationId xmlns:a16="http://schemas.microsoft.com/office/drawing/2014/main" id="{EA76E7D2-7953-BEB0-62C6-B50819FD3D68}"/>
                </a:ext>
              </a:extLst>
            </p:cNvPr>
            <p:cNvSpPr/>
            <p:nvPr/>
          </p:nvSpPr>
          <p:spPr>
            <a:xfrm>
              <a:off x="1656124" y="3248659"/>
              <a:ext cx="1071808" cy="1071808"/>
            </a:xfrm>
            <a:prstGeom prst="ellipse">
              <a:avLst/>
            </a:prstGeom>
            <a:solidFill>
              <a:srgbClr val="002060"/>
            </a:solidFill>
            <a:ln>
              <a:solidFill>
                <a:srgbClr val="002060"/>
              </a:solidFill>
            </a:ln>
          </p:spPr>
          <p:style>
            <a:lnRef idx="2">
              <a:scrgbClr r="0" g="0" b="0"/>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a:lstStyle/>
            <a:p>
              <a:pPr defTabSz="685800">
                <a:buClrTx/>
              </a:pPr>
              <a:endParaRPr lang="fr-FR" sz="1500" kern="1200">
                <a:solidFill>
                  <a:prstClr val="black">
                    <a:hueOff val="0"/>
                    <a:satOff val="0"/>
                    <a:lumOff val="0"/>
                    <a:alphaOff val="0"/>
                  </a:prstClr>
                </a:solidFill>
                <a:latin typeface="Times New Roman" panose="02020603050405020304" pitchFamily="18" charset="0"/>
                <a:cs typeface="Times New Roman" panose="02020603050405020304" pitchFamily="18" charset="0"/>
              </a:endParaRPr>
            </a:p>
          </p:txBody>
        </p:sp>
        <p:sp>
          <p:nvSpPr>
            <p:cNvPr id="37" name="Ellipse 4">
              <a:extLst>
                <a:ext uri="{FF2B5EF4-FFF2-40B4-BE49-F238E27FC236}">
                  <a16:creationId xmlns:a16="http://schemas.microsoft.com/office/drawing/2014/main" id="{780FD4A7-5277-2634-3DC9-BDB8A8E0F574}"/>
                </a:ext>
              </a:extLst>
            </p:cNvPr>
            <p:cNvSpPr txBox="1"/>
            <p:nvPr/>
          </p:nvSpPr>
          <p:spPr>
            <a:xfrm>
              <a:off x="1813087" y="3405622"/>
              <a:ext cx="757882" cy="757882"/>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0478" tIns="10478" rIns="10478" bIns="10478" numCol="1" spcCol="1270" rtlCol="0" anchor="ctr" anchorCtr="0">
              <a:noAutofit/>
            </a:bodyPr>
            <a:lstStyle/>
            <a:p>
              <a:pPr algn="ctr" defTabSz="300038">
                <a:lnSpc>
                  <a:spcPct val="90000"/>
                </a:lnSpc>
                <a:spcBef>
                  <a:spcPct val="0"/>
                </a:spcBef>
                <a:spcAft>
                  <a:spcPct val="35000"/>
                </a:spcAft>
                <a:buClrTx/>
              </a:pPr>
              <a:r>
                <a:rPr lang="fr-FR" sz="1500" kern="1200" dirty="0">
                  <a:solidFill>
                    <a:prstClr val="white"/>
                  </a:solidFill>
                  <a:latin typeface="Times New Roman" panose="02020603050405020304" pitchFamily="18" charset="0"/>
                  <a:cs typeface="Times New Roman" panose="02020603050405020304" pitchFamily="18" charset="0"/>
                </a:rPr>
                <a:t>Maintenance réglementaire</a:t>
              </a:r>
              <a:endParaRPr lang="fr-FR" sz="1500" kern="1200" dirty="0">
                <a:solidFill>
                  <a:prstClr val="black">
                    <a:hueOff val="0"/>
                    <a:satOff val="0"/>
                    <a:lumOff val="0"/>
                    <a:alphaOff val="0"/>
                  </a:prstClr>
                </a:solidFill>
                <a:latin typeface="Calibri" panose="020F0502020204030204"/>
              </a:endParaRPr>
            </a:p>
          </p:txBody>
        </p:sp>
      </p:grpSp>
      <p:grpSp>
        <p:nvGrpSpPr>
          <p:cNvPr id="38" name="Groupe 37">
            <a:extLst>
              <a:ext uri="{FF2B5EF4-FFF2-40B4-BE49-F238E27FC236}">
                <a16:creationId xmlns:a16="http://schemas.microsoft.com/office/drawing/2014/main" id="{2F08AAE3-D0C9-49B2-58F1-85765E4F2572}"/>
              </a:ext>
            </a:extLst>
          </p:cNvPr>
          <p:cNvGrpSpPr/>
          <p:nvPr/>
        </p:nvGrpSpPr>
        <p:grpSpPr>
          <a:xfrm rot="20896434">
            <a:off x="1961671" y="3460760"/>
            <a:ext cx="1553964" cy="762492"/>
            <a:chOff x="1656124" y="3248659"/>
            <a:chExt cx="1071808" cy="1071808"/>
          </a:xfrm>
        </p:grpSpPr>
        <p:sp>
          <p:nvSpPr>
            <p:cNvPr id="39" name="Ellipse 38" title="Task 3- machinery">
              <a:extLst>
                <a:ext uri="{FF2B5EF4-FFF2-40B4-BE49-F238E27FC236}">
                  <a16:creationId xmlns:a16="http://schemas.microsoft.com/office/drawing/2014/main" id="{4D35E6E9-E2E5-DB02-A0A7-94EA3CFF7717}"/>
                </a:ext>
              </a:extLst>
            </p:cNvPr>
            <p:cNvSpPr/>
            <p:nvPr/>
          </p:nvSpPr>
          <p:spPr>
            <a:xfrm>
              <a:off x="1656124" y="3248659"/>
              <a:ext cx="1071808" cy="1071808"/>
            </a:xfrm>
            <a:prstGeom prst="ellipse">
              <a:avLst/>
            </a:prstGeom>
            <a:solidFill>
              <a:srgbClr val="002060"/>
            </a:solidFill>
            <a:ln>
              <a:solidFill>
                <a:srgbClr val="002060"/>
              </a:solidFill>
            </a:ln>
          </p:spPr>
          <p:style>
            <a:lnRef idx="2">
              <a:scrgbClr r="0" g="0" b="0"/>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a:lstStyle/>
            <a:p>
              <a:pPr defTabSz="685800">
                <a:buClrTx/>
              </a:pPr>
              <a:endParaRPr lang="fr-FR" sz="1500" kern="1200">
                <a:solidFill>
                  <a:prstClr val="black">
                    <a:hueOff val="0"/>
                    <a:satOff val="0"/>
                    <a:lumOff val="0"/>
                    <a:alphaOff val="0"/>
                  </a:prstClr>
                </a:solidFill>
                <a:latin typeface="Times New Roman" panose="02020603050405020304" pitchFamily="18" charset="0"/>
                <a:cs typeface="Times New Roman" panose="02020603050405020304" pitchFamily="18" charset="0"/>
              </a:endParaRPr>
            </a:p>
          </p:txBody>
        </p:sp>
        <p:sp>
          <p:nvSpPr>
            <p:cNvPr id="40" name="Ellipse 4">
              <a:extLst>
                <a:ext uri="{FF2B5EF4-FFF2-40B4-BE49-F238E27FC236}">
                  <a16:creationId xmlns:a16="http://schemas.microsoft.com/office/drawing/2014/main" id="{06330B71-31A6-B5CC-FB10-EF2DBDC1AE7B}"/>
                </a:ext>
              </a:extLst>
            </p:cNvPr>
            <p:cNvSpPr txBox="1"/>
            <p:nvPr/>
          </p:nvSpPr>
          <p:spPr>
            <a:xfrm>
              <a:off x="1813087" y="3405622"/>
              <a:ext cx="757882" cy="757882"/>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0478" tIns="10478" rIns="10478" bIns="10478" numCol="1" spcCol="1270" rtlCol="0" anchor="ctr" anchorCtr="0">
              <a:noAutofit/>
            </a:bodyPr>
            <a:lstStyle/>
            <a:p>
              <a:pPr algn="ctr" defTabSz="366713">
                <a:lnSpc>
                  <a:spcPct val="90000"/>
                </a:lnSpc>
                <a:spcBef>
                  <a:spcPct val="0"/>
                </a:spcBef>
                <a:spcAft>
                  <a:spcPct val="35000"/>
                </a:spcAft>
                <a:buClrTx/>
              </a:pPr>
              <a:r>
                <a:rPr lang="fr-FR" sz="1500" kern="1200" dirty="0">
                  <a:solidFill>
                    <a:prstClr val="white"/>
                  </a:solidFill>
                  <a:latin typeface="Times New Roman" panose="02020603050405020304" pitchFamily="18" charset="0"/>
                  <a:cs typeface="Times New Roman" panose="02020603050405020304" pitchFamily="18" charset="0"/>
                </a:rPr>
                <a:t>Inspection des machines</a:t>
              </a:r>
              <a:endParaRPr lang="fr-FR" sz="1500" kern="1200" dirty="0">
                <a:solidFill>
                  <a:prstClr val="black">
                    <a:hueOff val="0"/>
                    <a:satOff val="0"/>
                    <a:lumOff val="0"/>
                    <a:alphaOff val="0"/>
                  </a:prstClr>
                </a:solidFill>
                <a:latin typeface="Calibri" panose="020F0502020204030204"/>
              </a:endParaRPr>
            </a:p>
          </p:txBody>
        </p:sp>
      </p:grpSp>
      <p:grpSp>
        <p:nvGrpSpPr>
          <p:cNvPr id="41" name="Groupe 40">
            <a:extLst>
              <a:ext uri="{FF2B5EF4-FFF2-40B4-BE49-F238E27FC236}">
                <a16:creationId xmlns:a16="http://schemas.microsoft.com/office/drawing/2014/main" id="{8EC8D9C3-616A-4023-8716-0BE8CFDC8CCD}"/>
              </a:ext>
            </a:extLst>
          </p:cNvPr>
          <p:cNvGrpSpPr/>
          <p:nvPr/>
        </p:nvGrpSpPr>
        <p:grpSpPr>
          <a:xfrm rot="163469">
            <a:off x="3555975" y="4222457"/>
            <a:ext cx="1524523" cy="783556"/>
            <a:chOff x="1656124" y="3248659"/>
            <a:chExt cx="1071808" cy="1071808"/>
          </a:xfrm>
        </p:grpSpPr>
        <p:sp>
          <p:nvSpPr>
            <p:cNvPr id="42" name="Ellipse 41" title="Task 3- machinery">
              <a:extLst>
                <a:ext uri="{FF2B5EF4-FFF2-40B4-BE49-F238E27FC236}">
                  <a16:creationId xmlns:a16="http://schemas.microsoft.com/office/drawing/2014/main" id="{493364F3-B04D-D974-3710-F89B45E72CFF}"/>
                </a:ext>
              </a:extLst>
            </p:cNvPr>
            <p:cNvSpPr/>
            <p:nvPr/>
          </p:nvSpPr>
          <p:spPr>
            <a:xfrm>
              <a:off x="1656124" y="3248659"/>
              <a:ext cx="1071808" cy="1071808"/>
            </a:xfrm>
            <a:prstGeom prst="ellipse">
              <a:avLst/>
            </a:prstGeom>
            <a:solidFill>
              <a:srgbClr val="002060"/>
            </a:solidFill>
            <a:ln>
              <a:solidFill>
                <a:srgbClr val="002060"/>
              </a:solidFill>
            </a:ln>
          </p:spPr>
          <p:style>
            <a:lnRef idx="2">
              <a:scrgbClr r="0" g="0" b="0"/>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a:lstStyle/>
            <a:p>
              <a:pPr defTabSz="685800">
                <a:buClrTx/>
              </a:pPr>
              <a:endParaRPr lang="fr-FR" sz="1500" kern="1200">
                <a:solidFill>
                  <a:prstClr val="black">
                    <a:hueOff val="0"/>
                    <a:satOff val="0"/>
                    <a:lumOff val="0"/>
                    <a:alphaOff val="0"/>
                  </a:prstClr>
                </a:solidFill>
                <a:latin typeface="Times New Roman" panose="02020603050405020304" pitchFamily="18" charset="0"/>
                <a:cs typeface="Times New Roman" panose="02020603050405020304" pitchFamily="18" charset="0"/>
              </a:endParaRPr>
            </a:p>
          </p:txBody>
        </p:sp>
        <p:sp>
          <p:nvSpPr>
            <p:cNvPr id="43" name="Ellipse 4">
              <a:extLst>
                <a:ext uri="{FF2B5EF4-FFF2-40B4-BE49-F238E27FC236}">
                  <a16:creationId xmlns:a16="http://schemas.microsoft.com/office/drawing/2014/main" id="{C06178AD-5932-33EB-E025-E6348F4033C3}"/>
                </a:ext>
              </a:extLst>
            </p:cNvPr>
            <p:cNvSpPr txBox="1"/>
            <p:nvPr/>
          </p:nvSpPr>
          <p:spPr>
            <a:xfrm>
              <a:off x="1813087" y="3405622"/>
              <a:ext cx="757882" cy="757882"/>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0478" tIns="10478" rIns="10478" bIns="10478" numCol="1" spcCol="1270" rtlCol="0" anchor="ctr" anchorCtr="0">
              <a:noAutofit/>
            </a:bodyPr>
            <a:lstStyle/>
            <a:p>
              <a:pPr algn="ctr" defTabSz="300038">
                <a:lnSpc>
                  <a:spcPct val="90000"/>
                </a:lnSpc>
                <a:spcBef>
                  <a:spcPct val="0"/>
                </a:spcBef>
                <a:spcAft>
                  <a:spcPct val="35000"/>
                </a:spcAft>
                <a:buClrTx/>
              </a:pPr>
              <a:r>
                <a:rPr lang="fr-FR" sz="1500" kern="1200" dirty="0">
                  <a:solidFill>
                    <a:prstClr val="white"/>
                  </a:solidFill>
                  <a:latin typeface="Times New Roman" panose="02020603050405020304" pitchFamily="18" charset="0"/>
                  <a:cs typeface="Times New Roman" panose="02020603050405020304" pitchFamily="18" charset="0"/>
                </a:rPr>
                <a:t>Maintenance corrective</a:t>
              </a:r>
              <a:endParaRPr lang="fr-FR" sz="1500" kern="1200" dirty="0">
                <a:solidFill>
                  <a:prstClr val="black">
                    <a:hueOff val="0"/>
                    <a:satOff val="0"/>
                    <a:lumOff val="0"/>
                    <a:alphaOff val="0"/>
                  </a:prstClr>
                </a:solidFill>
                <a:latin typeface="Calibri" panose="020F0502020204030204"/>
              </a:endParaRPr>
            </a:p>
          </p:txBody>
        </p:sp>
      </p:grpSp>
      <p:grpSp>
        <p:nvGrpSpPr>
          <p:cNvPr id="2" name="Groupe 1">
            <a:extLst>
              <a:ext uri="{FF2B5EF4-FFF2-40B4-BE49-F238E27FC236}">
                <a16:creationId xmlns:a16="http://schemas.microsoft.com/office/drawing/2014/main" id="{A57FD0FF-FCBB-5D74-3DB7-662F498F65F1}"/>
              </a:ext>
            </a:extLst>
          </p:cNvPr>
          <p:cNvGrpSpPr/>
          <p:nvPr/>
        </p:nvGrpSpPr>
        <p:grpSpPr>
          <a:xfrm rot="239060">
            <a:off x="5287038" y="3617965"/>
            <a:ext cx="1653420" cy="850546"/>
            <a:chOff x="1656124" y="3248659"/>
            <a:chExt cx="1071808" cy="1071808"/>
          </a:xfrm>
        </p:grpSpPr>
        <p:sp>
          <p:nvSpPr>
            <p:cNvPr id="19" name="Ellipse 18" title="Task 3- machinery">
              <a:extLst>
                <a:ext uri="{FF2B5EF4-FFF2-40B4-BE49-F238E27FC236}">
                  <a16:creationId xmlns:a16="http://schemas.microsoft.com/office/drawing/2014/main" id="{EDE4ED5A-7DB5-9E97-9F3B-266228CAE371}"/>
                </a:ext>
              </a:extLst>
            </p:cNvPr>
            <p:cNvSpPr/>
            <p:nvPr/>
          </p:nvSpPr>
          <p:spPr>
            <a:xfrm>
              <a:off x="1656124" y="3248659"/>
              <a:ext cx="1071808" cy="1071808"/>
            </a:xfrm>
            <a:prstGeom prst="ellipse">
              <a:avLst/>
            </a:prstGeom>
            <a:solidFill>
              <a:srgbClr val="002060"/>
            </a:solidFill>
            <a:ln>
              <a:solidFill>
                <a:srgbClr val="002060"/>
              </a:solidFill>
            </a:ln>
          </p:spPr>
          <p:style>
            <a:lnRef idx="2">
              <a:scrgbClr r="0" g="0" b="0"/>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a:lstStyle/>
            <a:p>
              <a:pPr defTabSz="685800">
                <a:buClrTx/>
              </a:pPr>
              <a:endParaRPr lang="fr-FR" sz="1500" kern="1200">
                <a:solidFill>
                  <a:prstClr val="black">
                    <a:hueOff val="0"/>
                    <a:satOff val="0"/>
                    <a:lumOff val="0"/>
                    <a:alphaOff val="0"/>
                  </a:prstClr>
                </a:solidFill>
                <a:latin typeface="Times New Roman" panose="02020603050405020304" pitchFamily="18" charset="0"/>
                <a:cs typeface="Times New Roman" panose="02020603050405020304" pitchFamily="18" charset="0"/>
              </a:endParaRPr>
            </a:p>
          </p:txBody>
        </p:sp>
        <p:sp>
          <p:nvSpPr>
            <p:cNvPr id="20" name="Ellipse 4">
              <a:extLst>
                <a:ext uri="{FF2B5EF4-FFF2-40B4-BE49-F238E27FC236}">
                  <a16:creationId xmlns:a16="http://schemas.microsoft.com/office/drawing/2014/main" id="{ABD2AD40-D046-F927-D8AD-AE75445F2CAF}"/>
                </a:ext>
              </a:extLst>
            </p:cNvPr>
            <p:cNvSpPr txBox="1"/>
            <p:nvPr/>
          </p:nvSpPr>
          <p:spPr>
            <a:xfrm>
              <a:off x="1813087" y="3405622"/>
              <a:ext cx="757882" cy="757882"/>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0478" tIns="10478" rIns="10478" bIns="10478" numCol="1" spcCol="1270" rtlCol="0" anchor="ctr" anchorCtr="0">
              <a:noAutofit/>
            </a:bodyPr>
            <a:lstStyle/>
            <a:p>
              <a:pPr algn="ctr" defTabSz="300038">
                <a:lnSpc>
                  <a:spcPct val="90000"/>
                </a:lnSpc>
                <a:spcBef>
                  <a:spcPct val="0"/>
                </a:spcBef>
                <a:spcAft>
                  <a:spcPct val="35000"/>
                </a:spcAft>
                <a:buClrTx/>
              </a:pPr>
              <a:r>
                <a:rPr lang="fr-FR" sz="1500" kern="1200" dirty="0">
                  <a:solidFill>
                    <a:prstClr val="white"/>
                  </a:solidFill>
                  <a:latin typeface="Times New Roman" panose="02020603050405020304" pitchFamily="18" charset="0"/>
                  <a:cs typeface="Times New Roman" panose="02020603050405020304" pitchFamily="18" charset="0"/>
                </a:rPr>
                <a:t>Métrologie</a:t>
              </a:r>
              <a:endParaRPr lang="fr-FR" sz="1500" kern="1200" dirty="0">
                <a:solidFill>
                  <a:prstClr val="black">
                    <a:hueOff val="0"/>
                    <a:satOff val="0"/>
                    <a:lumOff val="0"/>
                    <a:alphaOff val="0"/>
                  </a:prstClr>
                </a:solidFill>
                <a:latin typeface="Calibri" panose="020F0502020204030204"/>
              </a:endParaRPr>
            </a:p>
          </p:txBody>
        </p:sp>
      </p:grpSp>
      <p:pic>
        <p:nvPicPr>
          <p:cNvPr id="34" name="Image 33" descr="Une image contenant capture d’écran, cercle, texte, logo&#10;&#10;Le contenu généré par l’IA peut être incorrect.">
            <a:extLst>
              <a:ext uri="{FF2B5EF4-FFF2-40B4-BE49-F238E27FC236}">
                <a16:creationId xmlns:a16="http://schemas.microsoft.com/office/drawing/2014/main" id="{03ACA7E6-F80C-2161-BB36-09E6F8036D9E}"/>
              </a:ext>
            </a:extLst>
          </p:cNvPr>
          <p:cNvPicPr>
            <a:picLocks noChangeAspect="1"/>
          </p:cNvPicPr>
          <p:nvPr/>
        </p:nvPicPr>
        <p:blipFill>
          <a:blip r:embed="rId3"/>
          <a:stretch>
            <a:fillRect/>
          </a:stretch>
        </p:blipFill>
        <p:spPr>
          <a:xfrm>
            <a:off x="293669" y="224798"/>
            <a:ext cx="845613" cy="772730"/>
          </a:xfrm>
          <a:prstGeom prst="rect">
            <a:avLst/>
          </a:prstGeom>
          <a:effectLst/>
        </p:spPr>
      </p:pic>
    </p:spTree>
    <p:extLst>
      <p:ext uri="{BB962C8B-B14F-4D97-AF65-F5344CB8AC3E}">
        <p14:creationId xmlns:p14="http://schemas.microsoft.com/office/powerpoint/2010/main" val="20282206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Shape 265">
          <a:extLst>
            <a:ext uri="{FF2B5EF4-FFF2-40B4-BE49-F238E27FC236}">
              <a16:creationId xmlns:a16="http://schemas.microsoft.com/office/drawing/2014/main" id="{BF8861A1-98C3-77C4-96B8-7CB797E02B96}"/>
            </a:ext>
          </a:extLst>
        </p:cNvPr>
        <p:cNvGrpSpPr/>
        <p:nvPr/>
      </p:nvGrpSpPr>
      <p:grpSpPr>
        <a:xfrm>
          <a:off x="0" y="0"/>
          <a:ext cx="0" cy="0"/>
          <a:chOff x="0" y="0"/>
          <a:chExt cx="0" cy="0"/>
        </a:xfrm>
      </p:grpSpPr>
      <p:sp>
        <p:nvSpPr>
          <p:cNvPr id="3" name="Ruban : incliné vers le bas 2">
            <a:extLst>
              <a:ext uri="{FF2B5EF4-FFF2-40B4-BE49-F238E27FC236}">
                <a16:creationId xmlns:a16="http://schemas.microsoft.com/office/drawing/2014/main" id="{8B8F9F6C-A7EB-C6CE-809D-E54B8BCE7FDC}"/>
              </a:ext>
            </a:extLst>
          </p:cNvPr>
          <p:cNvSpPr/>
          <p:nvPr/>
        </p:nvSpPr>
        <p:spPr>
          <a:xfrm>
            <a:off x="2883911" y="703773"/>
            <a:ext cx="3795489" cy="179501"/>
          </a:xfrm>
          <a:prstGeom prst="ribbon">
            <a:avLst/>
          </a:prstGeom>
          <a:solidFill>
            <a:srgbClr val="00206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rgbClr val="002060"/>
              </a:solidFill>
            </a:endParaRPr>
          </a:p>
        </p:txBody>
      </p:sp>
      <p:cxnSp>
        <p:nvCxnSpPr>
          <p:cNvPr id="33" name="Connecteur droit 32">
            <a:extLst>
              <a:ext uri="{FF2B5EF4-FFF2-40B4-BE49-F238E27FC236}">
                <a16:creationId xmlns:a16="http://schemas.microsoft.com/office/drawing/2014/main" id="{FEE4DA10-800D-D5D7-F646-90586804334F}"/>
              </a:ext>
            </a:extLst>
          </p:cNvPr>
          <p:cNvCxnSpPr/>
          <p:nvPr/>
        </p:nvCxnSpPr>
        <p:spPr>
          <a:xfrm>
            <a:off x="2381" y="1059502"/>
            <a:ext cx="9141619"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18" name="Titre 1">
            <a:extLst>
              <a:ext uri="{FF2B5EF4-FFF2-40B4-BE49-F238E27FC236}">
                <a16:creationId xmlns:a16="http://schemas.microsoft.com/office/drawing/2014/main" id="{90DECB01-765E-9552-3D52-C7EC5F7A1C3C}"/>
              </a:ext>
            </a:extLst>
          </p:cNvPr>
          <p:cNvSpPr>
            <a:spLocks noGrp="1"/>
          </p:cNvSpPr>
          <p:nvPr>
            <p:ph type="title"/>
          </p:nvPr>
        </p:nvSpPr>
        <p:spPr>
          <a:xfrm>
            <a:off x="3141635" y="269838"/>
            <a:ext cx="3235208" cy="429193"/>
          </a:xfrm>
        </p:spPr>
        <p:txBody>
          <a:bodyPr vert="horz" lIns="68562" tIns="34281" rIns="68562" bIns="34281" rtlCol="0" anchor="ctr">
            <a:normAutofit/>
          </a:bodyPr>
          <a:lstStyle/>
          <a:p>
            <a:pPr algn="ctr"/>
            <a:r>
              <a:rPr lang="fr-FR" altLang="fr-FR" sz="2000" b="1" dirty="0">
                <a:solidFill>
                  <a:srgbClr val="002060"/>
                </a:solidFill>
                <a:latin typeface="Algerian" panose="04020705040A02060702" pitchFamily="82" charset="0"/>
                <a:ea typeface="Open Sans Extrabold" panose="020B0606030504020204" pitchFamily="34" charset="0"/>
                <a:cs typeface="Open Sans Extrabold" panose="020B0606030504020204" pitchFamily="34" charset="0"/>
              </a:rPr>
              <a:t>NOS COMPÉTENCES</a:t>
            </a:r>
            <a:endParaRPr lang="fr-FR" altLang="fr-FR" sz="2100" b="1" dirty="0">
              <a:solidFill>
                <a:srgbClr val="002060"/>
              </a:solidFill>
              <a:latin typeface="Algerian" panose="04020705040A02060702" pitchFamily="82" charset="0"/>
              <a:ea typeface="Open Sans Extrabold" panose="020B0606030504020204" pitchFamily="34" charset="0"/>
              <a:cs typeface="Open Sans Extrabold" panose="020B0606030504020204" pitchFamily="34" charset="0"/>
            </a:endParaRPr>
          </a:p>
        </p:txBody>
      </p:sp>
      <p:grpSp>
        <p:nvGrpSpPr>
          <p:cNvPr id="2" name="Groupe 1">
            <a:extLst>
              <a:ext uri="{FF2B5EF4-FFF2-40B4-BE49-F238E27FC236}">
                <a16:creationId xmlns:a16="http://schemas.microsoft.com/office/drawing/2014/main" id="{6D6410DF-52BD-92FB-FBC3-22E83A8E1CCF}"/>
              </a:ext>
            </a:extLst>
          </p:cNvPr>
          <p:cNvGrpSpPr/>
          <p:nvPr/>
        </p:nvGrpSpPr>
        <p:grpSpPr>
          <a:xfrm>
            <a:off x="736532" y="1183417"/>
            <a:ext cx="4240773" cy="3151445"/>
            <a:chOff x="1885428" y="1632630"/>
            <a:chExt cx="4776688" cy="3600957"/>
          </a:xfrm>
        </p:grpSpPr>
        <p:sp>
          <p:nvSpPr>
            <p:cNvPr id="19" name="Ellipse 18">
              <a:extLst>
                <a:ext uri="{FF2B5EF4-FFF2-40B4-BE49-F238E27FC236}">
                  <a16:creationId xmlns:a16="http://schemas.microsoft.com/office/drawing/2014/main" id="{E91402DB-545E-A708-71B2-91ECCD828E0F}"/>
                </a:ext>
              </a:extLst>
            </p:cNvPr>
            <p:cNvSpPr/>
            <p:nvPr/>
          </p:nvSpPr>
          <p:spPr>
            <a:xfrm>
              <a:off x="2545231" y="1868249"/>
              <a:ext cx="3383494" cy="3365338"/>
            </a:xfrm>
            <a:prstGeom prst="ellipse">
              <a:avLst/>
            </a:prstGeom>
            <a:noFill/>
            <a:ln w="63500">
              <a:solidFill>
                <a:srgbClr val="002060"/>
              </a:solidFill>
            </a:ln>
            <a:scene3d>
              <a:camera prst="orthographicFront"/>
              <a:lightRig rig="threePt" dir="t"/>
            </a:scene3d>
            <a:sp3d prstMaterial="flat"/>
          </p:spPr>
          <p:style>
            <a:lnRef idx="1">
              <a:schemeClr val="accent1"/>
            </a:lnRef>
            <a:fillRef idx="3">
              <a:schemeClr val="accent1"/>
            </a:fillRef>
            <a:effectRef idx="2">
              <a:schemeClr val="accent1"/>
            </a:effectRef>
            <a:fontRef idx="minor">
              <a:schemeClr val="lt1"/>
            </a:fontRef>
          </p:style>
          <p:txBody>
            <a:bodyPr anchor="ctr"/>
            <a:lstStyle/>
            <a:p>
              <a:pPr algn="ctr" defTabSz="685800">
                <a:buClrTx/>
                <a:defRPr/>
              </a:pPr>
              <a:endParaRPr lang="fr-FR" sz="1349" kern="1200">
                <a:solidFill>
                  <a:prstClr val="white"/>
                </a:solidFill>
                <a:latin typeface="Times New Roman" panose="02020603050405020304" pitchFamily="18" charset="0"/>
                <a:cs typeface="Times New Roman" panose="02020603050405020304" pitchFamily="18" charset="0"/>
              </a:endParaRPr>
            </a:p>
          </p:txBody>
        </p:sp>
        <p:sp>
          <p:nvSpPr>
            <p:cNvPr id="20" name="Rectangle à coins arrondis 29">
              <a:extLst>
                <a:ext uri="{FF2B5EF4-FFF2-40B4-BE49-F238E27FC236}">
                  <a16:creationId xmlns:a16="http://schemas.microsoft.com/office/drawing/2014/main" id="{B4F4C433-D0EF-828E-FF53-67AA5A2EC622}"/>
                </a:ext>
              </a:extLst>
            </p:cNvPr>
            <p:cNvSpPr/>
            <p:nvPr/>
          </p:nvSpPr>
          <p:spPr>
            <a:xfrm>
              <a:off x="4777318" y="4343310"/>
              <a:ext cx="1583231" cy="621639"/>
            </a:xfrm>
            <a:prstGeom prst="roundRect">
              <a:avLst/>
            </a:prstGeom>
            <a:solidFill>
              <a:srgbClr val="002060"/>
            </a:solidFill>
            <a:ln>
              <a:solidFill>
                <a:srgbClr val="002060"/>
              </a:solidFill>
            </a:ln>
          </p:spPr>
          <p:style>
            <a:lnRef idx="1">
              <a:schemeClr val="accent1"/>
            </a:lnRef>
            <a:fillRef idx="3">
              <a:schemeClr val="accent1"/>
            </a:fillRef>
            <a:effectRef idx="2">
              <a:schemeClr val="accent1"/>
            </a:effectRef>
            <a:fontRef idx="minor">
              <a:schemeClr val="lt1"/>
            </a:fontRef>
          </p:style>
          <p:txBody>
            <a:bodyPr anchor="ctr"/>
            <a:lstStyle/>
            <a:p>
              <a:pPr algn="ctr" defTabSz="685800">
                <a:buClrTx/>
                <a:defRPr/>
              </a:pPr>
              <a:r>
                <a:rPr lang="fr-FR" sz="1600" kern="1200" dirty="0">
                  <a:solidFill>
                    <a:prstClr val="white"/>
                  </a:solidFill>
                  <a:latin typeface="Times New Roman" panose="02020603050405020304" pitchFamily="18" charset="0"/>
                  <a:cs typeface="Times New Roman" panose="02020603050405020304" pitchFamily="18" charset="0"/>
                </a:rPr>
                <a:t>Gestion des interventions</a:t>
              </a:r>
            </a:p>
          </p:txBody>
        </p:sp>
        <p:sp>
          <p:nvSpPr>
            <p:cNvPr id="34" name="Rectangle à coins arrondis 32">
              <a:extLst>
                <a:ext uri="{FF2B5EF4-FFF2-40B4-BE49-F238E27FC236}">
                  <a16:creationId xmlns:a16="http://schemas.microsoft.com/office/drawing/2014/main" id="{5EF0E67D-9AFB-5901-B400-5587771C019D}"/>
                </a:ext>
              </a:extLst>
            </p:cNvPr>
            <p:cNvSpPr/>
            <p:nvPr/>
          </p:nvSpPr>
          <p:spPr>
            <a:xfrm>
              <a:off x="2057463" y="2458428"/>
              <a:ext cx="1433352" cy="585270"/>
            </a:xfrm>
            <a:prstGeom prst="roundRect">
              <a:avLst/>
            </a:prstGeom>
            <a:solidFill>
              <a:srgbClr val="002060"/>
            </a:solidFill>
            <a:ln>
              <a:solidFill>
                <a:srgbClr val="002060"/>
              </a:solidFill>
            </a:ln>
          </p:spPr>
          <p:style>
            <a:lnRef idx="1">
              <a:schemeClr val="accent1"/>
            </a:lnRef>
            <a:fillRef idx="3">
              <a:schemeClr val="accent1"/>
            </a:fillRef>
            <a:effectRef idx="2">
              <a:schemeClr val="accent1"/>
            </a:effectRef>
            <a:fontRef idx="minor">
              <a:schemeClr val="lt1"/>
            </a:fontRef>
          </p:style>
          <p:txBody>
            <a:bodyPr anchor="ctr"/>
            <a:lstStyle/>
            <a:p>
              <a:pPr algn="ctr" defTabSz="685800">
                <a:buClrTx/>
                <a:defRPr/>
              </a:pPr>
              <a:r>
                <a:rPr lang="fr-FR" sz="1600" kern="1200" dirty="0">
                  <a:solidFill>
                    <a:prstClr val="white"/>
                  </a:solidFill>
                  <a:latin typeface="Times New Roman" panose="02020603050405020304" pitchFamily="18" charset="0"/>
                  <a:cs typeface="Times New Roman" panose="02020603050405020304" pitchFamily="18" charset="0"/>
                </a:rPr>
                <a:t>Fiabilisation</a:t>
              </a:r>
            </a:p>
          </p:txBody>
        </p:sp>
        <p:sp>
          <p:nvSpPr>
            <p:cNvPr id="35" name="Rectangle à coins arrondis 33">
              <a:extLst>
                <a:ext uri="{FF2B5EF4-FFF2-40B4-BE49-F238E27FC236}">
                  <a16:creationId xmlns:a16="http://schemas.microsoft.com/office/drawing/2014/main" id="{0B70B2C4-6B2B-7EFD-E11B-1C16BFD1EBA7}"/>
                </a:ext>
              </a:extLst>
            </p:cNvPr>
            <p:cNvSpPr/>
            <p:nvPr/>
          </p:nvSpPr>
          <p:spPr>
            <a:xfrm>
              <a:off x="2144522" y="4347945"/>
              <a:ext cx="1908420" cy="621639"/>
            </a:xfrm>
            <a:prstGeom prst="roundRect">
              <a:avLst/>
            </a:prstGeom>
            <a:solidFill>
              <a:srgbClr val="002060"/>
            </a:solidFill>
            <a:ln>
              <a:solidFill>
                <a:srgbClr val="002060"/>
              </a:solidFill>
            </a:ln>
          </p:spPr>
          <p:style>
            <a:lnRef idx="1">
              <a:schemeClr val="accent1"/>
            </a:lnRef>
            <a:fillRef idx="3">
              <a:schemeClr val="accent1"/>
            </a:fillRef>
            <a:effectRef idx="2">
              <a:schemeClr val="accent1"/>
            </a:effectRef>
            <a:fontRef idx="minor">
              <a:schemeClr val="lt1"/>
            </a:fontRef>
          </p:style>
          <p:txBody>
            <a:bodyPr anchor="ctr"/>
            <a:lstStyle/>
            <a:p>
              <a:pPr algn="ctr" defTabSz="685800">
                <a:buClrTx/>
                <a:defRPr/>
              </a:pPr>
              <a:r>
                <a:rPr lang="fr-FR" sz="1600" kern="1200" dirty="0">
                  <a:solidFill>
                    <a:prstClr val="white"/>
                  </a:solidFill>
                  <a:latin typeface="Times New Roman" panose="02020603050405020304" pitchFamily="18" charset="0"/>
                  <a:cs typeface="Times New Roman" panose="02020603050405020304" pitchFamily="18" charset="0"/>
                </a:rPr>
                <a:t>Pièces de rechange et stock</a:t>
              </a:r>
            </a:p>
          </p:txBody>
        </p:sp>
        <p:sp>
          <p:nvSpPr>
            <p:cNvPr id="44" name="Rectangle à coins arrondis 35">
              <a:extLst>
                <a:ext uri="{FF2B5EF4-FFF2-40B4-BE49-F238E27FC236}">
                  <a16:creationId xmlns:a16="http://schemas.microsoft.com/office/drawing/2014/main" id="{17CAF389-D9E9-3E49-00A2-4AA279488D09}"/>
                </a:ext>
              </a:extLst>
            </p:cNvPr>
            <p:cNvSpPr/>
            <p:nvPr/>
          </p:nvSpPr>
          <p:spPr>
            <a:xfrm>
              <a:off x="5351182" y="3380561"/>
              <a:ext cx="1310934" cy="585541"/>
            </a:xfrm>
            <a:prstGeom prst="roundRect">
              <a:avLst/>
            </a:prstGeom>
            <a:solidFill>
              <a:srgbClr val="002060"/>
            </a:solidFill>
            <a:ln>
              <a:solidFill>
                <a:srgbClr val="002060"/>
              </a:solidFill>
            </a:ln>
          </p:spPr>
          <p:style>
            <a:lnRef idx="1">
              <a:schemeClr val="accent1"/>
            </a:lnRef>
            <a:fillRef idx="3">
              <a:schemeClr val="accent1"/>
            </a:fillRef>
            <a:effectRef idx="2">
              <a:schemeClr val="accent1"/>
            </a:effectRef>
            <a:fontRef idx="minor">
              <a:schemeClr val="lt1"/>
            </a:fontRef>
          </p:style>
          <p:txBody>
            <a:bodyPr anchor="ctr"/>
            <a:lstStyle/>
            <a:p>
              <a:pPr algn="ctr" defTabSz="685800">
                <a:buClrTx/>
                <a:defRPr/>
              </a:pPr>
              <a:r>
                <a:rPr lang="fr-FR" sz="1600" kern="1200" dirty="0">
                  <a:solidFill>
                    <a:prstClr val="white"/>
                  </a:solidFill>
                  <a:latin typeface="Times New Roman" panose="02020603050405020304" pitchFamily="18" charset="0"/>
                  <a:cs typeface="Times New Roman" panose="02020603050405020304" pitchFamily="18" charset="0"/>
                </a:rPr>
                <a:t>GMAO</a:t>
              </a:r>
            </a:p>
          </p:txBody>
        </p:sp>
        <p:sp>
          <p:nvSpPr>
            <p:cNvPr id="45" name="Rectangle à coins arrondis 17">
              <a:extLst>
                <a:ext uri="{FF2B5EF4-FFF2-40B4-BE49-F238E27FC236}">
                  <a16:creationId xmlns:a16="http://schemas.microsoft.com/office/drawing/2014/main" id="{7D1154FD-AA88-01BC-9C18-8AC6BED60305}"/>
                </a:ext>
              </a:extLst>
            </p:cNvPr>
            <p:cNvSpPr/>
            <p:nvPr/>
          </p:nvSpPr>
          <p:spPr>
            <a:xfrm>
              <a:off x="1885428" y="3394282"/>
              <a:ext cx="1540498" cy="585532"/>
            </a:xfrm>
            <a:prstGeom prst="roundRect">
              <a:avLst/>
            </a:prstGeom>
            <a:solidFill>
              <a:srgbClr val="002060"/>
            </a:solidFill>
            <a:ln>
              <a:solidFill>
                <a:srgbClr val="002060"/>
              </a:solidFill>
            </a:ln>
          </p:spPr>
          <p:style>
            <a:lnRef idx="1">
              <a:schemeClr val="accent1"/>
            </a:lnRef>
            <a:fillRef idx="3">
              <a:schemeClr val="accent1"/>
            </a:fillRef>
            <a:effectRef idx="2">
              <a:schemeClr val="accent1"/>
            </a:effectRef>
            <a:fontRef idx="minor">
              <a:schemeClr val="lt1"/>
            </a:fontRef>
          </p:style>
          <p:txBody>
            <a:bodyPr anchor="ctr"/>
            <a:lstStyle/>
            <a:p>
              <a:pPr algn="ctr" defTabSz="685800">
                <a:buClrTx/>
                <a:defRPr/>
              </a:pPr>
              <a:r>
                <a:rPr lang="fr-FR" sz="1600" kern="1200" dirty="0">
                  <a:solidFill>
                    <a:prstClr val="white"/>
                  </a:solidFill>
                  <a:latin typeface="Times New Roman" panose="02020603050405020304" pitchFamily="18" charset="0"/>
                  <a:cs typeface="Times New Roman" panose="02020603050405020304" pitchFamily="18" charset="0"/>
                </a:rPr>
                <a:t>Obsolescence</a:t>
              </a:r>
            </a:p>
          </p:txBody>
        </p:sp>
        <p:sp>
          <p:nvSpPr>
            <p:cNvPr id="46" name="Rectangle à coins arrondis 32">
              <a:extLst>
                <a:ext uri="{FF2B5EF4-FFF2-40B4-BE49-F238E27FC236}">
                  <a16:creationId xmlns:a16="http://schemas.microsoft.com/office/drawing/2014/main" id="{045BFA2E-7D25-B445-142E-3B23BE40B70B}"/>
                </a:ext>
              </a:extLst>
            </p:cNvPr>
            <p:cNvSpPr/>
            <p:nvPr/>
          </p:nvSpPr>
          <p:spPr>
            <a:xfrm>
              <a:off x="5103973" y="2430619"/>
              <a:ext cx="1312520" cy="585541"/>
            </a:xfrm>
            <a:prstGeom prst="roundRect">
              <a:avLst/>
            </a:prstGeom>
            <a:solidFill>
              <a:srgbClr val="002060"/>
            </a:solidFill>
            <a:ln>
              <a:solidFill>
                <a:srgbClr val="002060"/>
              </a:solidFill>
            </a:ln>
          </p:spPr>
          <p:style>
            <a:lnRef idx="1">
              <a:schemeClr val="accent1"/>
            </a:lnRef>
            <a:fillRef idx="3">
              <a:schemeClr val="accent1"/>
            </a:fillRef>
            <a:effectRef idx="2">
              <a:schemeClr val="accent1"/>
            </a:effectRef>
            <a:fontRef idx="minor">
              <a:schemeClr val="lt1"/>
            </a:fontRef>
          </p:style>
          <p:txBody>
            <a:bodyPr anchor="ctr"/>
            <a:lstStyle/>
            <a:p>
              <a:pPr algn="ctr" defTabSz="685800">
                <a:buClrTx/>
                <a:defRPr/>
              </a:pPr>
              <a:r>
                <a:rPr lang="fr-FR" sz="1600" kern="1200" dirty="0">
                  <a:solidFill>
                    <a:prstClr val="white"/>
                  </a:solidFill>
                  <a:latin typeface="Times New Roman" panose="02020603050405020304" pitchFamily="18" charset="0"/>
                  <a:cs typeface="Times New Roman" panose="02020603050405020304" pitchFamily="18" charset="0"/>
                </a:rPr>
                <a:t>Audit</a:t>
              </a:r>
            </a:p>
          </p:txBody>
        </p:sp>
        <p:sp>
          <p:nvSpPr>
            <p:cNvPr id="47" name="Rectangle à coins arrondis 32">
              <a:extLst>
                <a:ext uri="{FF2B5EF4-FFF2-40B4-BE49-F238E27FC236}">
                  <a16:creationId xmlns:a16="http://schemas.microsoft.com/office/drawing/2014/main" id="{0CD6071C-9EA4-3CB3-9E55-C40DC33B9688}"/>
                </a:ext>
              </a:extLst>
            </p:cNvPr>
            <p:cNvSpPr/>
            <p:nvPr/>
          </p:nvSpPr>
          <p:spPr>
            <a:xfrm>
              <a:off x="3546759" y="1632630"/>
              <a:ext cx="1583231" cy="699788"/>
            </a:xfrm>
            <a:prstGeom prst="roundRect">
              <a:avLst/>
            </a:prstGeom>
            <a:solidFill>
              <a:srgbClr val="002060"/>
            </a:solidFill>
            <a:ln>
              <a:solidFill>
                <a:srgbClr val="002060"/>
              </a:solidFill>
            </a:ln>
          </p:spPr>
          <p:style>
            <a:lnRef idx="1">
              <a:schemeClr val="accent1"/>
            </a:lnRef>
            <a:fillRef idx="3">
              <a:schemeClr val="accent1"/>
            </a:fillRef>
            <a:effectRef idx="2">
              <a:schemeClr val="accent1"/>
            </a:effectRef>
            <a:fontRef idx="minor">
              <a:schemeClr val="lt1"/>
            </a:fontRef>
          </p:style>
          <p:txBody>
            <a:bodyPr anchor="ctr"/>
            <a:lstStyle/>
            <a:p>
              <a:pPr algn="ctr" defTabSz="685800">
                <a:buClrTx/>
                <a:defRPr/>
              </a:pPr>
              <a:r>
                <a:rPr lang="fr-FR" sz="1600" kern="1200" dirty="0">
                  <a:solidFill>
                    <a:prstClr val="white"/>
                  </a:solidFill>
                  <a:latin typeface="Times New Roman" panose="02020603050405020304" pitchFamily="18" charset="0"/>
                  <a:cs typeface="Times New Roman" panose="02020603050405020304" pitchFamily="18" charset="0"/>
                </a:rPr>
                <a:t>Plan de maintenance</a:t>
              </a:r>
            </a:p>
          </p:txBody>
        </p:sp>
      </p:grpSp>
      <p:sp>
        <p:nvSpPr>
          <p:cNvPr id="48" name="Arrondir un rectangle avec un coin diagonal 7">
            <a:extLst>
              <a:ext uri="{FF2B5EF4-FFF2-40B4-BE49-F238E27FC236}">
                <a16:creationId xmlns:a16="http://schemas.microsoft.com/office/drawing/2014/main" id="{010EAA7E-0DB8-A752-6005-44492B6A6525}"/>
              </a:ext>
            </a:extLst>
          </p:cNvPr>
          <p:cNvSpPr/>
          <p:nvPr/>
        </p:nvSpPr>
        <p:spPr>
          <a:xfrm>
            <a:off x="5666192" y="2196027"/>
            <a:ext cx="2826536" cy="1536524"/>
          </a:xfrm>
          <a:prstGeom prst="round2DiagRect">
            <a:avLst/>
          </a:prstGeom>
          <a:solidFill>
            <a:srgbClr val="002060"/>
          </a:solidFill>
          <a:ln>
            <a:solidFill>
              <a:srgbClr val="002060"/>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214313" indent="-214313" defTabSz="685800">
              <a:buClrTx/>
              <a:buFont typeface="Wingdings" panose="05000000000000000000" pitchFamily="2" charset="2"/>
              <a:buChar char="v"/>
              <a:defRPr/>
            </a:pPr>
            <a:r>
              <a:rPr lang="fr-FR" sz="1350" kern="1200" dirty="0">
                <a:solidFill>
                  <a:prstClr val="white"/>
                </a:solidFill>
                <a:latin typeface="Times New Roman" panose="02020603050405020304" pitchFamily="18" charset="0"/>
                <a:cs typeface="Times New Roman" panose="02020603050405020304" pitchFamily="18" charset="0"/>
              </a:rPr>
              <a:t>Electrotechnique</a:t>
            </a:r>
          </a:p>
          <a:p>
            <a:pPr marL="214313" indent="-214313" defTabSz="685800">
              <a:buClrTx/>
              <a:buFont typeface="Wingdings" panose="05000000000000000000" pitchFamily="2" charset="2"/>
              <a:buChar char="v"/>
              <a:defRPr/>
            </a:pPr>
            <a:r>
              <a:rPr lang="fr-FR" sz="1350" kern="1200" dirty="0">
                <a:solidFill>
                  <a:prstClr val="white"/>
                </a:solidFill>
                <a:latin typeface="Times New Roman" panose="02020603050405020304" pitchFamily="18" charset="0"/>
                <a:cs typeface="Times New Roman" panose="02020603050405020304" pitchFamily="18" charset="0"/>
              </a:rPr>
              <a:t>Electronique</a:t>
            </a:r>
          </a:p>
          <a:p>
            <a:pPr marL="214313" indent="-214313" defTabSz="685800">
              <a:buClrTx/>
              <a:buFont typeface="Wingdings" panose="05000000000000000000" pitchFamily="2" charset="2"/>
              <a:buChar char="v"/>
              <a:defRPr/>
            </a:pPr>
            <a:r>
              <a:rPr lang="fr-FR" sz="1350" kern="1200" dirty="0">
                <a:solidFill>
                  <a:prstClr val="white"/>
                </a:solidFill>
                <a:latin typeface="Times New Roman" panose="02020603050405020304" pitchFamily="18" charset="0"/>
                <a:cs typeface="Times New Roman" panose="02020603050405020304" pitchFamily="18" charset="0"/>
              </a:rPr>
              <a:t>Mécanique</a:t>
            </a:r>
          </a:p>
          <a:p>
            <a:pPr marL="214313" indent="-214313" defTabSz="685800">
              <a:buClrTx/>
              <a:buFont typeface="Wingdings" panose="05000000000000000000" pitchFamily="2" charset="2"/>
              <a:buChar char="v"/>
              <a:defRPr/>
            </a:pPr>
            <a:r>
              <a:rPr lang="fr-FR" sz="1350" kern="1200" dirty="0">
                <a:solidFill>
                  <a:prstClr val="white"/>
                </a:solidFill>
                <a:latin typeface="Times New Roman" panose="02020603050405020304" pitchFamily="18" charset="0"/>
                <a:cs typeface="Times New Roman" panose="02020603050405020304" pitchFamily="18" charset="0"/>
              </a:rPr>
              <a:t>Automatisme</a:t>
            </a:r>
          </a:p>
          <a:p>
            <a:pPr marL="214313" indent="-214313" defTabSz="685800">
              <a:buClrTx/>
              <a:buFont typeface="Wingdings" panose="05000000000000000000" pitchFamily="2" charset="2"/>
              <a:buChar char="v"/>
              <a:defRPr/>
            </a:pPr>
            <a:r>
              <a:rPr lang="fr-FR" sz="1350" kern="1200" dirty="0">
                <a:solidFill>
                  <a:prstClr val="white"/>
                </a:solidFill>
                <a:latin typeface="Times New Roman" panose="02020603050405020304" pitchFamily="18" charset="0"/>
                <a:cs typeface="Times New Roman" panose="02020603050405020304" pitchFamily="18" charset="0"/>
              </a:rPr>
              <a:t>Climatique process / Tertiaire</a:t>
            </a:r>
          </a:p>
          <a:p>
            <a:pPr marL="214313" indent="-214313" defTabSz="685800">
              <a:buClrTx/>
              <a:buFont typeface="Wingdings" panose="05000000000000000000" pitchFamily="2" charset="2"/>
              <a:buChar char="v"/>
              <a:defRPr/>
            </a:pPr>
            <a:r>
              <a:rPr lang="fr-FR" sz="1350" kern="1200" dirty="0">
                <a:solidFill>
                  <a:prstClr val="white"/>
                </a:solidFill>
                <a:latin typeface="Times New Roman" panose="02020603050405020304" pitchFamily="18" charset="0"/>
                <a:cs typeface="Times New Roman" panose="02020603050405020304" pitchFamily="18" charset="0"/>
              </a:rPr>
              <a:t>Hydraulique</a:t>
            </a:r>
          </a:p>
        </p:txBody>
      </p:sp>
      <p:sp>
        <p:nvSpPr>
          <p:cNvPr id="49" name="Espace réservé du texte 1">
            <a:extLst>
              <a:ext uri="{FF2B5EF4-FFF2-40B4-BE49-F238E27FC236}">
                <a16:creationId xmlns:a16="http://schemas.microsoft.com/office/drawing/2014/main" id="{F3DF42B2-43EC-E60F-1395-9220BB3CE767}"/>
              </a:ext>
            </a:extLst>
          </p:cNvPr>
          <p:cNvSpPr txBox="1">
            <a:spLocks noChangeArrowheads="1"/>
          </p:cNvSpPr>
          <p:nvPr/>
        </p:nvSpPr>
        <p:spPr bwMode="gray">
          <a:xfrm>
            <a:off x="5518183" y="1780445"/>
            <a:ext cx="3032766" cy="22073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marL="342900" indent="-342900">
              <a:spcAft>
                <a:spcPts val="2050"/>
              </a:spcAft>
              <a:buFont typeface="Arial" panose="020B0604020202020204" pitchFamily="34" charset="0"/>
              <a:defRPr>
                <a:solidFill>
                  <a:schemeClr val="tx1"/>
                </a:solidFill>
                <a:latin typeface="Tahoma" panose="020B0604030504040204" pitchFamily="34" charset="0"/>
              </a:defRPr>
            </a:lvl1pPr>
            <a:lvl2pPr>
              <a:buFont typeface="Arial" panose="020B0604020202020204" pitchFamily="34" charset="0"/>
              <a:defRPr sz="1400">
                <a:solidFill>
                  <a:schemeClr val="tx1"/>
                </a:solidFill>
                <a:latin typeface="Tahoma" panose="020B0604030504040204" pitchFamily="34" charset="0"/>
              </a:defRPr>
            </a:lvl2pPr>
            <a:lvl3pPr marL="179388" indent="-179388">
              <a:spcAft>
                <a:spcPts val="600"/>
              </a:spcAft>
              <a:buClr>
                <a:schemeClr val="accent2"/>
              </a:buClr>
              <a:buFont typeface="Tahoma" panose="020B0604030504040204" pitchFamily="34" charset="0"/>
              <a:buChar char="•"/>
              <a:defRPr sz="1400">
                <a:solidFill>
                  <a:schemeClr val="tx1"/>
                </a:solidFill>
                <a:latin typeface="Tahoma" panose="020B0604030504040204" pitchFamily="34" charset="0"/>
              </a:defRPr>
            </a:lvl3pPr>
            <a:lvl4pPr marL="628650" indent="-179388">
              <a:spcAft>
                <a:spcPts val="600"/>
              </a:spcAft>
              <a:buClr>
                <a:schemeClr val="accent2"/>
              </a:buClr>
              <a:buFont typeface="Tahoma" panose="020B0604030504040204" pitchFamily="34" charset="0"/>
              <a:buChar char="&gt;"/>
              <a:defRPr sz="1400">
                <a:solidFill>
                  <a:schemeClr val="tx1"/>
                </a:solidFill>
                <a:latin typeface="Tahoma" panose="020B0604030504040204" pitchFamily="34" charset="0"/>
              </a:defRPr>
            </a:lvl4pPr>
            <a:lvl5pPr marL="1079500" indent="-184150">
              <a:spcAft>
                <a:spcPts val="600"/>
              </a:spcAft>
              <a:buFont typeface="Tahoma" panose="020B0604030504040204" pitchFamily="34" charset="0"/>
              <a:buChar char="-"/>
              <a:defRPr sz="1400">
                <a:solidFill>
                  <a:schemeClr val="tx1"/>
                </a:solidFill>
                <a:latin typeface="Tahoma" panose="020B0604030504040204" pitchFamily="34" charset="0"/>
              </a:defRPr>
            </a:lvl5pPr>
            <a:lvl6pPr marL="1536700" indent="-184150" eaLnBrk="0" fontAlgn="base" hangingPunct="0">
              <a:spcBef>
                <a:spcPct val="0"/>
              </a:spcBef>
              <a:spcAft>
                <a:spcPts val="600"/>
              </a:spcAft>
              <a:buFont typeface="Tahoma" panose="020B0604030504040204" pitchFamily="34" charset="0"/>
              <a:buChar char="-"/>
              <a:defRPr sz="1400">
                <a:solidFill>
                  <a:schemeClr val="tx1"/>
                </a:solidFill>
                <a:latin typeface="Tahoma" panose="020B0604030504040204" pitchFamily="34" charset="0"/>
              </a:defRPr>
            </a:lvl6pPr>
            <a:lvl7pPr marL="1993900" indent="-184150" eaLnBrk="0" fontAlgn="base" hangingPunct="0">
              <a:spcBef>
                <a:spcPct val="0"/>
              </a:spcBef>
              <a:spcAft>
                <a:spcPts val="600"/>
              </a:spcAft>
              <a:buFont typeface="Tahoma" panose="020B0604030504040204" pitchFamily="34" charset="0"/>
              <a:buChar char="-"/>
              <a:defRPr sz="1400">
                <a:solidFill>
                  <a:schemeClr val="tx1"/>
                </a:solidFill>
                <a:latin typeface="Tahoma" panose="020B0604030504040204" pitchFamily="34" charset="0"/>
              </a:defRPr>
            </a:lvl7pPr>
            <a:lvl8pPr marL="2451100" indent="-184150" eaLnBrk="0" fontAlgn="base" hangingPunct="0">
              <a:spcBef>
                <a:spcPct val="0"/>
              </a:spcBef>
              <a:spcAft>
                <a:spcPts val="600"/>
              </a:spcAft>
              <a:buFont typeface="Tahoma" panose="020B0604030504040204" pitchFamily="34" charset="0"/>
              <a:buChar char="-"/>
              <a:defRPr sz="1400">
                <a:solidFill>
                  <a:schemeClr val="tx1"/>
                </a:solidFill>
                <a:latin typeface="Tahoma" panose="020B0604030504040204" pitchFamily="34" charset="0"/>
              </a:defRPr>
            </a:lvl8pPr>
            <a:lvl9pPr marL="2908300" indent="-184150" eaLnBrk="0" fontAlgn="base" hangingPunct="0">
              <a:spcBef>
                <a:spcPct val="0"/>
              </a:spcBef>
              <a:spcAft>
                <a:spcPts val="600"/>
              </a:spcAft>
              <a:buFont typeface="Tahoma" panose="020B0604030504040204" pitchFamily="34" charset="0"/>
              <a:buChar char="-"/>
              <a:defRPr sz="1400">
                <a:solidFill>
                  <a:schemeClr val="tx1"/>
                </a:solidFill>
                <a:latin typeface="Tahoma" panose="020B0604030504040204" pitchFamily="34" charset="0"/>
              </a:defRPr>
            </a:lvl9pPr>
          </a:lstStyle>
          <a:p>
            <a:pPr marL="342900" lvl="1" defTabSz="685800">
              <a:spcBef>
                <a:spcPts val="225"/>
              </a:spcBef>
              <a:spcAft>
                <a:spcPts val="225"/>
              </a:spcAft>
              <a:buClrTx/>
            </a:pPr>
            <a:r>
              <a:rPr lang="fr-FR" altLang="fr-FR" sz="1500" b="1" kern="1200" dirty="0">
                <a:solidFill>
                  <a:srgbClr val="002060"/>
                </a:solidFill>
                <a:latin typeface="Times New Roman" panose="02020603050405020304" pitchFamily="18" charset="0"/>
                <a:ea typeface="+mn-ea"/>
                <a:cs typeface="Times New Roman" panose="02020603050405020304" pitchFamily="18" charset="0"/>
              </a:rPr>
              <a:t>Compétence</a:t>
            </a:r>
            <a:r>
              <a:rPr lang="fr-FR" altLang="fr-FR" sz="1500" b="1" kern="1200" dirty="0">
                <a:solidFill>
                  <a:srgbClr val="0070C0"/>
                </a:solidFill>
                <a:latin typeface="Times New Roman" panose="02020603050405020304" pitchFamily="18" charset="0"/>
                <a:ea typeface="+mn-ea"/>
                <a:cs typeface="Times New Roman" panose="02020603050405020304" pitchFamily="18" charset="0"/>
              </a:rPr>
              <a:t> </a:t>
            </a:r>
            <a:r>
              <a:rPr lang="fr-FR" altLang="fr-FR" sz="1500" b="1" kern="1200" dirty="0">
                <a:solidFill>
                  <a:srgbClr val="002060"/>
                </a:solidFill>
                <a:latin typeface="Times New Roman" panose="02020603050405020304" pitchFamily="18" charset="0"/>
                <a:ea typeface="+mn-ea"/>
                <a:cs typeface="Times New Roman" panose="02020603050405020304" pitchFamily="18" charset="0"/>
              </a:rPr>
              <a:t>Multi-Technique</a:t>
            </a:r>
          </a:p>
        </p:txBody>
      </p:sp>
      <p:pic>
        <p:nvPicPr>
          <p:cNvPr id="16" name="Image 15" descr="Une image contenant capture d’écran, cercle, texte, logo&#10;&#10;Le contenu généré par l’IA peut être incorrect.">
            <a:extLst>
              <a:ext uri="{FF2B5EF4-FFF2-40B4-BE49-F238E27FC236}">
                <a16:creationId xmlns:a16="http://schemas.microsoft.com/office/drawing/2014/main" id="{EB795145-DF31-227B-DE83-01C37CBED87A}"/>
              </a:ext>
            </a:extLst>
          </p:cNvPr>
          <p:cNvPicPr>
            <a:picLocks noChangeAspect="1"/>
          </p:cNvPicPr>
          <p:nvPr/>
        </p:nvPicPr>
        <p:blipFill>
          <a:blip r:embed="rId3"/>
          <a:stretch>
            <a:fillRect/>
          </a:stretch>
        </p:blipFill>
        <p:spPr>
          <a:xfrm>
            <a:off x="293669" y="224797"/>
            <a:ext cx="845613" cy="814883"/>
          </a:xfrm>
          <a:prstGeom prst="rect">
            <a:avLst/>
          </a:prstGeom>
          <a:effectLst/>
        </p:spPr>
      </p:pic>
    </p:spTree>
    <p:extLst>
      <p:ext uri="{BB962C8B-B14F-4D97-AF65-F5344CB8AC3E}">
        <p14:creationId xmlns:p14="http://schemas.microsoft.com/office/powerpoint/2010/main" val="26460418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Shape 265">
          <a:extLst>
            <a:ext uri="{FF2B5EF4-FFF2-40B4-BE49-F238E27FC236}">
              <a16:creationId xmlns:a16="http://schemas.microsoft.com/office/drawing/2014/main" id="{23646006-AB93-A22D-59CF-39B817ABF35F}"/>
            </a:ext>
          </a:extLst>
        </p:cNvPr>
        <p:cNvGrpSpPr/>
        <p:nvPr/>
      </p:nvGrpSpPr>
      <p:grpSpPr>
        <a:xfrm>
          <a:off x="0" y="0"/>
          <a:ext cx="0" cy="0"/>
          <a:chOff x="0" y="0"/>
          <a:chExt cx="0" cy="0"/>
        </a:xfrm>
      </p:grpSpPr>
      <p:sp>
        <p:nvSpPr>
          <p:cNvPr id="3" name="Ruban : incliné vers le bas 2">
            <a:extLst>
              <a:ext uri="{FF2B5EF4-FFF2-40B4-BE49-F238E27FC236}">
                <a16:creationId xmlns:a16="http://schemas.microsoft.com/office/drawing/2014/main" id="{64C2355A-A791-1759-A2F0-3232D72B98EE}"/>
              </a:ext>
            </a:extLst>
          </p:cNvPr>
          <p:cNvSpPr/>
          <p:nvPr/>
        </p:nvSpPr>
        <p:spPr>
          <a:xfrm>
            <a:off x="2883911" y="703773"/>
            <a:ext cx="3795489" cy="179501"/>
          </a:xfrm>
          <a:prstGeom prst="ribbon">
            <a:avLst/>
          </a:prstGeom>
          <a:solidFill>
            <a:srgbClr val="00206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rgbClr val="002060"/>
              </a:solidFill>
            </a:endParaRPr>
          </a:p>
        </p:txBody>
      </p:sp>
      <p:cxnSp>
        <p:nvCxnSpPr>
          <p:cNvPr id="33" name="Connecteur droit 32">
            <a:extLst>
              <a:ext uri="{FF2B5EF4-FFF2-40B4-BE49-F238E27FC236}">
                <a16:creationId xmlns:a16="http://schemas.microsoft.com/office/drawing/2014/main" id="{DB82CB21-5E03-A138-FA05-8E65013469F1}"/>
              </a:ext>
            </a:extLst>
          </p:cNvPr>
          <p:cNvCxnSpPr/>
          <p:nvPr/>
        </p:nvCxnSpPr>
        <p:spPr>
          <a:xfrm>
            <a:off x="2381" y="1059502"/>
            <a:ext cx="9141619"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18" name="Titre 1">
            <a:extLst>
              <a:ext uri="{FF2B5EF4-FFF2-40B4-BE49-F238E27FC236}">
                <a16:creationId xmlns:a16="http://schemas.microsoft.com/office/drawing/2014/main" id="{118D36F8-BA4D-DCB8-F0D7-534E079F2CED}"/>
              </a:ext>
            </a:extLst>
          </p:cNvPr>
          <p:cNvSpPr>
            <a:spLocks noGrp="1"/>
          </p:cNvSpPr>
          <p:nvPr>
            <p:ph type="title"/>
          </p:nvPr>
        </p:nvSpPr>
        <p:spPr>
          <a:xfrm>
            <a:off x="3141635" y="269838"/>
            <a:ext cx="3235208" cy="429193"/>
          </a:xfrm>
        </p:spPr>
        <p:txBody>
          <a:bodyPr vert="horz" lIns="68562" tIns="34281" rIns="68562" bIns="34281" rtlCol="0" anchor="ctr">
            <a:normAutofit/>
          </a:bodyPr>
          <a:lstStyle/>
          <a:p>
            <a:pPr algn="ctr"/>
            <a:r>
              <a:rPr lang="fr-FR" altLang="fr-FR" sz="2000" b="1" dirty="0">
                <a:solidFill>
                  <a:srgbClr val="002060"/>
                </a:solidFill>
                <a:latin typeface="Algerian" panose="04020705040A02060702" pitchFamily="82" charset="0"/>
                <a:ea typeface="Open Sans Extrabold" panose="020B0606030504020204" pitchFamily="34" charset="0"/>
                <a:cs typeface="Open Sans Extrabold" panose="020B0606030504020204" pitchFamily="34" charset="0"/>
              </a:rPr>
              <a:t>NOS </a:t>
            </a:r>
            <a:r>
              <a:rPr lang="fr-FR" altLang="fr-FR" sz="2000" dirty="0">
                <a:solidFill>
                  <a:srgbClr val="002060"/>
                </a:solidFill>
                <a:latin typeface="Algerian" panose="04020705040A02060702" pitchFamily="82" charset="0"/>
                <a:ea typeface="Open Sans Extrabold" panose="020B0606030504020204" pitchFamily="34" charset="0"/>
                <a:cs typeface="Open Sans Extrabold" panose="020B0606030504020204" pitchFamily="34" charset="0"/>
              </a:rPr>
              <a:t>clients</a:t>
            </a:r>
            <a:endParaRPr lang="fr-FR" altLang="fr-FR" sz="2100" b="1" dirty="0">
              <a:solidFill>
                <a:srgbClr val="002060"/>
              </a:solidFill>
              <a:latin typeface="Algerian" panose="04020705040A02060702" pitchFamily="82" charset="0"/>
              <a:ea typeface="Open Sans Extrabold" panose="020B0606030504020204" pitchFamily="34" charset="0"/>
              <a:cs typeface="Open Sans Extrabold" panose="020B0606030504020204" pitchFamily="34" charset="0"/>
            </a:endParaRPr>
          </a:p>
        </p:txBody>
      </p:sp>
      <p:grpSp>
        <p:nvGrpSpPr>
          <p:cNvPr id="6" name="Groupe 5">
            <a:extLst>
              <a:ext uri="{FF2B5EF4-FFF2-40B4-BE49-F238E27FC236}">
                <a16:creationId xmlns:a16="http://schemas.microsoft.com/office/drawing/2014/main" id="{E6B1137F-A728-C879-0514-15C21CBEAB62}"/>
              </a:ext>
            </a:extLst>
          </p:cNvPr>
          <p:cNvGrpSpPr/>
          <p:nvPr/>
        </p:nvGrpSpPr>
        <p:grpSpPr>
          <a:xfrm>
            <a:off x="1139282" y="1183415"/>
            <a:ext cx="6787875" cy="3584959"/>
            <a:chOff x="855481" y="1183415"/>
            <a:chExt cx="6787875" cy="3584959"/>
          </a:xfrm>
        </p:grpSpPr>
        <p:grpSp>
          <p:nvGrpSpPr>
            <p:cNvPr id="4" name="Groupe 3">
              <a:extLst>
                <a:ext uri="{FF2B5EF4-FFF2-40B4-BE49-F238E27FC236}">
                  <a16:creationId xmlns:a16="http://schemas.microsoft.com/office/drawing/2014/main" id="{B8D6A4A6-AFE6-90A1-5ADF-8066F36E3FA0}"/>
                </a:ext>
              </a:extLst>
            </p:cNvPr>
            <p:cNvGrpSpPr/>
            <p:nvPr/>
          </p:nvGrpSpPr>
          <p:grpSpPr>
            <a:xfrm>
              <a:off x="4974377" y="1183415"/>
              <a:ext cx="2668979" cy="3519463"/>
              <a:chOff x="4974377" y="1183415"/>
              <a:chExt cx="2668979" cy="3519463"/>
            </a:xfrm>
          </p:grpSpPr>
          <p:pic>
            <p:nvPicPr>
              <p:cNvPr id="2058" name="Picture 10" descr="Renault Brand Logo Car Symbol With Name Black Design French Automobile ...">
                <a:extLst>
                  <a:ext uri="{FF2B5EF4-FFF2-40B4-BE49-F238E27FC236}">
                    <a16:creationId xmlns:a16="http://schemas.microsoft.com/office/drawing/2014/main" id="{11819E84-D887-9070-2F70-8CD6C077B2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26515" y="3268502"/>
                <a:ext cx="1364704" cy="1025845"/>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A logo to express the spirit of Stellantis | Stellantis">
                <a:extLst>
                  <a:ext uri="{FF2B5EF4-FFF2-40B4-BE49-F238E27FC236}">
                    <a16:creationId xmlns:a16="http://schemas.microsoft.com/office/drawing/2014/main" id="{D5BFC897-CFE8-F078-EF31-FD0F64F2C8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26515" y="1545907"/>
                <a:ext cx="1364704" cy="1025843"/>
              </a:xfrm>
              <a:prstGeom prst="rect">
                <a:avLst/>
              </a:prstGeom>
              <a:noFill/>
              <a:extLst>
                <a:ext uri="{909E8E84-426E-40DD-AFC4-6F175D3DCCD1}">
                  <a14:hiddenFill xmlns:a14="http://schemas.microsoft.com/office/drawing/2010/main">
                    <a:solidFill>
                      <a:srgbClr val="FFFFFF"/>
                    </a:solidFill>
                  </a14:hiddenFill>
                </a:ext>
              </a:extLst>
            </p:spPr>
          </p:pic>
          <p:sp>
            <p:nvSpPr>
              <p:cNvPr id="22" name="Ellipse 21">
                <a:extLst>
                  <a:ext uri="{FF2B5EF4-FFF2-40B4-BE49-F238E27FC236}">
                    <a16:creationId xmlns:a16="http://schemas.microsoft.com/office/drawing/2014/main" id="{3164AA40-CE54-E87B-9B9E-8AA24C4BB314}"/>
                  </a:ext>
                </a:extLst>
              </p:cNvPr>
              <p:cNvSpPr/>
              <p:nvPr/>
            </p:nvSpPr>
            <p:spPr>
              <a:xfrm>
                <a:off x="4974377" y="1183415"/>
                <a:ext cx="2668979" cy="3519463"/>
              </a:xfrm>
              <a:prstGeom prst="ellipse">
                <a:avLst/>
              </a:prstGeom>
              <a:noFill/>
              <a:ln w="28575">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5" name="Groupe 4">
              <a:extLst>
                <a:ext uri="{FF2B5EF4-FFF2-40B4-BE49-F238E27FC236}">
                  <a16:creationId xmlns:a16="http://schemas.microsoft.com/office/drawing/2014/main" id="{3171CAC6-768E-1684-199D-A49BB4382E38}"/>
                </a:ext>
              </a:extLst>
            </p:cNvPr>
            <p:cNvGrpSpPr/>
            <p:nvPr/>
          </p:nvGrpSpPr>
          <p:grpSpPr>
            <a:xfrm>
              <a:off x="855481" y="1183415"/>
              <a:ext cx="2668979" cy="3584959"/>
              <a:chOff x="855481" y="1183415"/>
              <a:chExt cx="2668979" cy="3584959"/>
            </a:xfrm>
          </p:grpSpPr>
          <p:pic>
            <p:nvPicPr>
              <p:cNvPr id="2050" name="Picture 2">
                <a:extLst>
                  <a:ext uri="{FF2B5EF4-FFF2-40B4-BE49-F238E27FC236}">
                    <a16:creationId xmlns:a16="http://schemas.microsoft.com/office/drawing/2014/main" id="{8A259F2E-C564-40D6-CB92-A2A766AAADD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12298" y="1355005"/>
                <a:ext cx="1555346" cy="1257300"/>
              </a:xfrm>
              <a:prstGeom prst="rect">
                <a:avLst/>
              </a:prstGeom>
              <a:noFill/>
              <a:extLst>
                <a:ext uri="{909E8E84-426E-40DD-AFC4-6F175D3DCCD1}">
                  <a14:hiddenFill xmlns:a14="http://schemas.microsoft.com/office/drawing/2010/main">
                    <a:solidFill>
                      <a:srgbClr val="FFFFFF"/>
                    </a:solidFill>
                  </a14:hiddenFill>
                </a:ext>
              </a:extLst>
            </p:spPr>
          </p:pic>
          <p:pic>
            <p:nvPicPr>
              <p:cNvPr id="16" name="Image 15">
                <a:extLst>
                  <a:ext uri="{FF2B5EF4-FFF2-40B4-BE49-F238E27FC236}">
                    <a16:creationId xmlns:a16="http://schemas.microsoft.com/office/drawing/2014/main" id="{894FA62C-5C63-2B36-E2A4-AD36CE722819}"/>
                  </a:ext>
                </a:extLst>
              </p:cNvPr>
              <p:cNvPicPr>
                <a:picLocks noChangeAspect="1"/>
              </p:cNvPicPr>
              <p:nvPr/>
            </p:nvPicPr>
            <p:blipFill>
              <a:blip r:embed="rId6"/>
              <a:stretch>
                <a:fillRect/>
              </a:stretch>
            </p:blipFill>
            <p:spPr>
              <a:xfrm>
                <a:off x="1339693" y="2766310"/>
                <a:ext cx="1685925" cy="1685925"/>
              </a:xfrm>
              <a:prstGeom prst="rect">
                <a:avLst/>
              </a:prstGeom>
            </p:spPr>
          </p:pic>
          <p:sp>
            <p:nvSpPr>
              <p:cNvPr id="23" name="Ellipse 22">
                <a:extLst>
                  <a:ext uri="{FF2B5EF4-FFF2-40B4-BE49-F238E27FC236}">
                    <a16:creationId xmlns:a16="http://schemas.microsoft.com/office/drawing/2014/main" id="{A62044EE-C17C-520F-B62A-48205E8CCF72}"/>
                  </a:ext>
                </a:extLst>
              </p:cNvPr>
              <p:cNvSpPr/>
              <p:nvPr/>
            </p:nvSpPr>
            <p:spPr>
              <a:xfrm>
                <a:off x="855481" y="1183415"/>
                <a:ext cx="2668979" cy="3584959"/>
              </a:xfrm>
              <a:prstGeom prst="ellipse">
                <a:avLst/>
              </a:prstGeom>
              <a:noFill/>
              <a:ln w="28575">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24" name="Flèche : droite 23">
              <a:extLst>
                <a:ext uri="{FF2B5EF4-FFF2-40B4-BE49-F238E27FC236}">
                  <a16:creationId xmlns:a16="http://schemas.microsoft.com/office/drawing/2014/main" id="{22D2C71B-FE86-ED8E-25BC-D7D73EB256CB}"/>
                </a:ext>
              </a:extLst>
            </p:cNvPr>
            <p:cNvSpPr/>
            <p:nvPr/>
          </p:nvSpPr>
          <p:spPr>
            <a:xfrm>
              <a:off x="3749040" y="2502131"/>
              <a:ext cx="1022465" cy="766351"/>
            </a:xfrm>
            <a:prstGeom prst="rightArrow">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2" name="Image 1" descr="Une image contenant capture d’écran, cercle, texte, logo&#10;&#10;Le contenu généré par l’IA peut être incorrect.">
            <a:extLst>
              <a:ext uri="{FF2B5EF4-FFF2-40B4-BE49-F238E27FC236}">
                <a16:creationId xmlns:a16="http://schemas.microsoft.com/office/drawing/2014/main" id="{95D01D71-D3C8-140B-C153-8542D38AE925}"/>
              </a:ext>
            </a:extLst>
          </p:cNvPr>
          <p:cNvPicPr>
            <a:picLocks noChangeAspect="1"/>
          </p:cNvPicPr>
          <p:nvPr/>
        </p:nvPicPr>
        <p:blipFill>
          <a:blip r:embed="rId7"/>
          <a:stretch>
            <a:fillRect/>
          </a:stretch>
        </p:blipFill>
        <p:spPr>
          <a:xfrm>
            <a:off x="293669" y="224797"/>
            <a:ext cx="845613" cy="776289"/>
          </a:xfrm>
          <a:prstGeom prst="rect">
            <a:avLst/>
          </a:prstGeom>
          <a:effectLst/>
        </p:spPr>
      </p:pic>
    </p:spTree>
    <p:extLst>
      <p:ext uri="{BB962C8B-B14F-4D97-AF65-F5344CB8AC3E}">
        <p14:creationId xmlns:p14="http://schemas.microsoft.com/office/powerpoint/2010/main" val="24954201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002060"/>
        </a:solidFill>
        <a:effectLst/>
      </p:bgPr>
    </p:bg>
    <p:spTree>
      <p:nvGrpSpPr>
        <p:cNvPr id="1" name="Shape 265">
          <a:extLst>
            <a:ext uri="{FF2B5EF4-FFF2-40B4-BE49-F238E27FC236}">
              <a16:creationId xmlns:a16="http://schemas.microsoft.com/office/drawing/2014/main" id="{83D11EC5-4686-9211-90F9-650563340858}"/>
            </a:ext>
          </a:extLst>
        </p:cNvPr>
        <p:cNvGrpSpPr/>
        <p:nvPr/>
      </p:nvGrpSpPr>
      <p:grpSpPr>
        <a:xfrm>
          <a:off x="0" y="0"/>
          <a:ext cx="0" cy="0"/>
          <a:chOff x="0" y="0"/>
          <a:chExt cx="0" cy="0"/>
        </a:xfrm>
      </p:grpSpPr>
      <p:sp>
        <p:nvSpPr>
          <p:cNvPr id="3" name="Ruban : incliné vers le bas 2">
            <a:extLst>
              <a:ext uri="{FF2B5EF4-FFF2-40B4-BE49-F238E27FC236}">
                <a16:creationId xmlns:a16="http://schemas.microsoft.com/office/drawing/2014/main" id="{DDBA83B9-4F24-3DC1-C87B-BD6597008692}"/>
              </a:ext>
            </a:extLst>
          </p:cNvPr>
          <p:cNvSpPr/>
          <p:nvPr/>
        </p:nvSpPr>
        <p:spPr>
          <a:xfrm>
            <a:off x="1875312" y="676331"/>
            <a:ext cx="5661883" cy="193865"/>
          </a:xfrm>
          <a:prstGeom prst="ribbon">
            <a:avLst/>
          </a:prstGeom>
          <a:solidFill>
            <a:srgbClr val="00206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rgbClr val="002060"/>
              </a:solidFill>
            </a:endParaRPr>
          </a:p>
        </p:txBody>
      </p:sp>
      <p:cxnSp>
        <p:nvCxnSpPr>
          <p:cNvPr id="33" name="Connecteur droit 32">
            <a:extLst>
              <a:ext uri="{FF2B5EF4-FFF2-40B4-BE49-F238E27FC236}">
                <a16:creationId xmlns:a16="http://schemas.microsoft.com/office/drawing/2014/main" id="{3DB3D803-B1E8-47E9-A59B-DCE99A3DFCF1}"/>
              </a:ext>
            </a:extLst>
          </p:cNvPr>
          <p:cNvCxnSpPr/>
          <p:nvPr/>
        </p:nvCxnSpPr>
        <p:spPr>
          <a:xfrm>
            <a:off x="2381" y="1059502"/>
            <a:ext cx="9141619"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18" name="Titre 1">
            <a:extLst>
              <a:ext uri="{FF2B5EF4-FFF2-40B4-BE49-F238E27FC236}">
                <a16:creationId xmlns:a16="http://schemas.microsoft.com/office/drawing/2014/main" id="{63053BB0-391C-D3B6-0272-DB3E6AAA9DCD}"/>
              </a:ext>
            </a:extLst>
          </p:cNvPr>
          <p:cNvSpPr>
            <a:spLocks noGrp="1"/>
          </p:cNvSpPr>
          <p:nvPr>
            <p:ph type="title"/>
          </p:nvPr>
        </p:nvSpPr>
        <p:spPr>
          <a:xfrm>
            <a:off x="2003698" y="296475"/>
            <a:ext cx="5264990" cy="429193"/>
          </a:xfrm>
        </p:spPr>
        <p:txBody>
          <a:bodyPr vert="horz" lIns="68562" tIns="34281" rIns="68562" bIns="34281" rtlCol="0" anchor="ctr">
            <a:normAutofit fontScale="90000"/>
          </a:bodyPr>
          <a:lstStyle/>
          <a:p>
            <a:pPr algn="ctr"/>
            <a:r>
              <a:rPr lang="fr-FR" altLang="fr-FR" sz="2000" dirty="0">
                <a:solidFill>
                  <a:srgbClr val="002060"/>
                </a:solidFill>
                <a:latin typeface="Algerian" panose="04020705040A02060702" pitchFamily="82" charset="0"/>
                <a:ea typeface="Open Sans Extrabold" panose="020B0606030504020204" pitchFamily="34" charset="0"/>
                <a:cs typeface="Open Sans Extrabold" panose="020B0606030504020204" pitchFamily="34" charset="0"/>
              </a:rPr>
              <a:t>ENTREPRISE INDUSTRIELLE SENEGAL - LINKEDIN  </a:t>
            </a:r>
            <a:endParaRPr lang="fr-FR" altLang="fr-FR" sz="2100" b="1" dirty="0">
              <a:solidFill>
                <a:srgbClr val="002060"/>
              </a:solidFill>
              <a:latin typeface="Algerian" panose="04020705040A02060702" pitchFamily="82" charset="0"/>
              <a:ea typeface="Open Sans Extrabold" panose="020B0606030504020204" pitchFamily="34" charset="0"/>
              <a:cs typeface="Open Sans Extrabold" panose="020B0606030504020204" pitchFamily="34" charset="0"/>
            </a:endParaRPr>
          </a:p>
        </p:txBody>
      </p:sp>
      <p:pic>
        <p:nvPicPr>
          <p:cNvPr id="2" name="Image 1" descr="Une image contenant capture d’écran, cercle, texte, logo&#10;&#10;Le contenu généré par l’IA peut être incorrect.">
            <a:extLst>
              <a:ext uri="{FF2B5EF4-FFF2-40B4-BE49-F238E27FC236}">
                <a16:creationId xmlns:a16="http://schemas.microsoft.com/office/drawing/2014/main" id="{7051B3C1-7204-D947-D7E1-3E7431440EFC}"/>
              </a:ext>
            </a:extLst>
          </p:cNvPr>
          <p:cNvPicPr>
            <a:picLocks noChangeAspect="1"/>
          </p:cNvPicPr>
          <p:nvPr/>
        </p:nvPicPr>
        <p:blipFill>
          <a:blip r:embed="rId3"/>
          <a:stretch>
            <a:fillRect/>
          </a:stretch>
        </p:blipFill>
        <p:spPr>
          <a:xfrm>
            <a:off x="293669" y="224797"/>
            <a:ext cx="845613" cy="776289"/>
          </a:xfrm>
          <a:prstGeom prst="rect">
            <a:avLst/>
          </a:prstGeom>
          <a:effectLst/>
        </p:spPr>
      </p:pic>
      <p:sp>
        <p:nvSpPr>
          <p:cNvPr id="4" name="ZoneTexte 3">
            <a:extLst>
              <a:ext uri="{FF2B5EF4-FFF2-40B4-BE49-F238E27FC236}">
                <a16:creationId xmlns:a16="http://schemas.microsoft.com/office/drawing/2014/main" id="{7013CA33-56F6-B9CD-9455-5451575C5671}"/>
              </a:ext>
            </a:extLst>
          </p:cNvPr>
          <p:cNvSpPr txBox="1"/>
          <p:nvPr/>
        </p:nvSpPr>
        <p:spPr>
          <a:xfrm>
            <a:off x="1317769" y="1433575"/>
            <a:ext cx="3441469" cy="3170099"/>
          </a:xfrm>
          <a:prstGeom prst="rect">
            <a:avLst/>
          </a:prstGeom>
          <a:noFill/>
        </p:spPr>
        <p:txBody>
          <a:bodyPr wrap="square" rtlCol="0">
            <a:spAutoFit/>
          </a:bodyPr>
          <a:lstStyle/>
          <a:p>
            <a:pPr marL="285750" indent="-285750">
              <a:buFont typeface="Wingdings" panose="05000000000000000000" pitchFamily="2" charset="2"/>
              <a:buChar char="v"/>
            </a:pPr>
            <a:r>
              <a:rPr lang="fr-FR" sz="1000" dirty="0">
                <a:latin typeface="Times New Roman" panose="02020603050405020304" pitchFamily="18" charset="0"/>
                <a:cs typeface="Times New Roman" panose="02020603050405020304" pitchFamily="18" charset="0"/>
              </a:rPr>
              <a:t>SODECA</a:t>
            </a:r>
          </a:p>
          <a:p>
            <a:pPr marL="285750" indent="-285750">
              <a:buFont typeface="Wingdings" panose="05000000000000000000" pitchFamily="2" charset="2"/>
              <a:buChar char="v"/>
            </a:pPr>
            <a:r>
              <a:rPr lang="fr-FR" sz="1000" dirty="0">
                <a:latin typeface="Times New Roman" panose="02020603050405020304" pitchFamily="18" charset="0"/>
                <a:cs typeface="Times New Roman" panose="02020603050405020304" pitchFamily="18" charset="0"/>
              </a:rPr>
              <a:t>ERIUM Sénégal</a:t>
            </a:r>
          </a:p>
          <a:p>
            <a:pPr marL="285750" indent="-285750">
              <a:buFont typeface="Wingdings" panose="05000000000000000000" pitchFamily="2" charset="2"/>
              <a:buChar char="v"/>
            </a:pPr>
            <a:r>
              <a:rPr lang="fr-FR" sz="1000" dirty="0">
                <a:latin typeface="Times New Roman" panose="02020603050405020304" pitchFamily="18" charset="0"/>
                <a:cs typeface="Times New Roman" panose="02020603050405020304" pitchFamily="18" charset="0"/>
              </a:rPr>
              <a:t>SEDIMA</a:t>
            </a:r>
          </a:p>
          <a:p>
            <a:pPr marL="285750" indent="-285750">
              <a:buFont typeface="Wingdings" panose="05000000000000000000" pitchFamily="2" charset="2"/>
              <a:buChar char="v"/>
            </a:pPr>
            <a:r>
              <a:rPr lang="fr-FR" sz="1000" dirty="0">
                <a:latin typeface="Times New Roman" panose="02020603050405020304" pitchFamily="18" charset="0"/>
                <a:cs typeface="Times New Roman" panose="02020603050405020304" pitchFamily="18" charset="0"/>
              </a:rPr>
              <a:t>Sen Equipement Marine et Industriel (SEMI SARL)</a:t>
            </a:r>
          </a:p>
          <a:p>
            <a:pPr marL="285750" indent="-285750">
              <a:buFont typeface="Wingdings" panose="05000000000000000000" pitchFamily="2" charset="2"/>
              <a:buChar char="v"/>
            </a:pPr>
            <a:r>
              <a:rPr lang="fr-FR" sz="1000" dirty="0">
                <a:latin typeface="Times New Roman" panose="02020603050405020304" pitchFamily="18" charset="0"/>
                <a:cs typeface="Times New Roman" panose="02020603050405020304" pitchFamily="18" charset="0"/>
              </a:rPr>
              <a:t>Unité CSD (</a:t>
            </a:r>
            <a:r>
              <a:rPr lang="fr-FR" sz="1000" dirty="0" err="1">
                <a:latin typeface="Times New Roman" panose="02020603050405020304" pitchFamily="18" charset="0"/>
                <a:cs typeface="Times New Roman" panose="02020603050405020304" pitchFamily="18" charset="0"/>
              </a:rPr>
              <a:t>Carbonated</a:t>
            </a:r>
            <a:r>
              <a:rPr lang="fr-FR" sz="1000" dirty="0">
                <a:latin typeface="Times New Roman" panose="02020603050405020304" pitchFamily="18" charset="0"/>
                <a:cs typeface="Times New Roman" panose="02020603050405020304" pitchFamily="18" charset="0"/>
              </a:rPr>
              <a:t> </a:t>
            </a:r>
            <a:r>
              <a:rPr lang="fr-FR" sz="1000" dirty="0" err="1">
                <a:latin typeface="Times New Roman" panose="02020603050405020304" pitchFamily="18" charset="0"/>
                <a:cs typeface="Times New Roman" panose="02020603050405020304" pitchFamily="18" charset="0"/>
              </a:rPr>
              <a:t>Solt</a:t>
            </a:r>
            <a:r>
              <a:rPr lang="fr-FR" sz="1000" dirty="0">
                <a:latin typeface="Times New Roman" panose="02020603050405020304" pitchFamily="18" charset="0"/>
                <a:cs typeface="Times New Roman" panose="02020603050405020304" pitchFamily="18" charset="0"/>
              </a:rPr>
              <a:t> Drink)</a:t>
            </a:r>
          </a:p>
          <a:p>
            <a:pPr marL="285750" indent="-285750">
              <a:buFont typeface="Wingdings" panose="05000000000000000000" pitchFamily="2" charset="2"/>
              <a:buChar char="v"/>
            </a:pPr>
            <a:r>
              <a:rPr lang="fr-FR" sz="1000" dirty="0">
                <a:latin typeface="Times New Roman" panose="02020603050405020304" pitchFamily="18" charset="0"/>
                <a:cs typeface="Times New Roman" panose="02020603050405020304" pitchFamily="18" charset="0"/>
              </a:rPr>
              <a:t>KIRENE</a:t>
            </a:r>
          </a:p>
          <a:p>
            <a:pPr marL="285750" indent="-285750">
              <a:buFont typeface="Wingdings" panose="05000000000000000000" pitchFamily="2" charset="2"/>
              <a:buChar char="v"/>
            </a:pPr>
            <a:r>
              <a:rPr lang="fr-FR" sz="1000" dirty="0">
                <a:latin typeface="Times New Roman" panose="02020603050405020304" pitchFamily="18" charset="0"/>
                <a:cs typeface="Times New Roman" panose="02020603050405020304" pitchFamily="18" charset="0"/>
              </a:rPr>
              <a:t>WARTSILA</a:t>
            </a:r>
          </a:p>
          <a:p>
            <a:pPr marL="285750" indent="-285750">
              <a:buFont typeface="Wingdings" panose="05000000000000000000" pitchFamily="2" charset="2"/>
              <a:buChar char="v"/>
            </a:pPr>
            <a:r>
              <a:rPr lang="fr-FR" sz="1000" dirty="0">
                <a:latin typeface="Times New Roman" panose="02020603050405020304" pitchFamily="18" charset="0"/>
                <a:cs typeface="Times New Roman" panose="02020603050405020304" pitchFamily="18" charset="0"/>
              </a:rPr>
              <a:t>Minoterie Du Sénégal</a:t>
            </a:r>
          </a:p>
          <a:p>
            <a:pPr marL="285750" indent="-285750">
              <a:buFont typeface="Wingdings" panose="05000000000000000000" pitchFamily="2" charset="2"/>
              <a:buChar char="v"/>
            </a:pPr>
            <a:r>
              <a:rPr lang="fr-FR" sz="1000" dirty="0" err="1">
                <a:latin typeface="Times New Roman" panose="02020603050405020304" pitchFamily="18" charset="0"/>
                <a:cs typeface="Times New Roman" panose="02020603050405020304" pitchFamily="18" charset="0"/>
              </a:rPr>
              <a:t>Cidi</a:t>
            </a:r>
            <a:r>
              <a:rPr lang="fr-FR" sz="1000" dirty="0">
                <a:latin typeface="Times New Roman" panose="02020603050405020304" pitchFamily="18" charset="0"/>
                <a:cs typeface="Times New Roman" panose="02020603050405020304" pitchFamily="18" charset="0"/>
              </a:rPr>
              <a:t> SARL Kinshasa</a:t>
            </a:r>
          </a:p>
          <a:p>
            <a:pPr marL="285750" indent="-285750">
              <a:buFont typeface="Wingdings" panose="05000000000000000000" pitchFamily="2" charset="2"/>
              <a:buChar char="v"/>
            </a:pPr>
            <a:r>
              <a:rPr lang="fr-FR" sz="1000" dirty="0">
                <a:latin typeface="Times New Roman" panose="02020603050405020304" pitchFamily="18" charset="0"/>
                <a:cs typeface="Times New Roman" panose="02020603050405020304" pitchFamily="18" charset="0"/>
              </a:rPr>
              <a:t>CSE GRANULATS</a:t>
            </a:r>
          </a:p>
          <a:p>
            <a:pPr marL="285750" indent="-285750">
              <a:buFont typeface="Wingdings" panose="05000000000000000000" pitchFamily="2" charset="2"/>
              <a:buChar char="v"/>
            </a:pPr>
            <a:r>
              <a:rPr lang="fr-FR" sz="1000" dirty="0">
                <a:latin typeface="Times New Roman" panose="02020603050405020304" pitchFamily="18" charset="0"/>
                <a:cs typeface="Times New Roman" panose="02020603050405020304" pitchFamily="18" charset="0"/>
              </a:rPr>
              <a:t>Institut Pasteur de Dakar</a:t>
            </a:r>
          </a:p>
          <a:p>
            <a:pPr marL="285750" indent="-285750">
              <a:buFont typeface="Wingdings" panose="05000000000000000000" pitchFamily="2" charset="2"/>
              <a:buChar char="v"/>
            </a:pPr>
            <a:r>
              <a:rPr lang="fr-FR" sz="1000" dirty="0">
                <a:latin typeface="Times New Roman" panose="02020603050405020304" pitchFamily="18" charset="0"/>
                <a:cs typeface="Times New Roman" panose="02020603050405020304" pitchFamily="18" charset="0"/>
              </a:rPr>
              <a:t>Vinci</a:t>
            </a:r>
          </a:p>
          <a:p>
            <a:pPr marL="285750" indent="-285750">
              <a:buFont typeface="Wingdings" panose="05000000000000000000" pitchFamily="2" charset="2"/>
              <a:buChar char="v"/>
            </a:pPr>
            <a:r>
              <a:rPr lang="fr-FR" sz="1000" dirty="0">
                <a:latin typeface="Times New Roman" panose="02020603050405020304" pitchFamily="18" charset="0"/>
                <a:cs typeface="Times New Roman" panose="02020603050405020304" pitchFamily="18" charset="0"/>
              </a:rPr>
              <a:t>Eiffage</a:t>
            </a:r>
          </a:p>
          <a:p>
            <a:pPr marL="285750" indent="-285750">
              <a:buFont typeface="Wingdings" panose="05000000000000000000" pitchFamily="2" charset="2"/>
              <a:buChar char="v"/>
            </a:pPr>
            <a:r>
              <a:rPr lang="fr-FR" sz="1000" dirty="0">
                <a:latin typeface="Times New Roman" panose="02020603050405020304" pitchFamily="18" charset="0"/>
                <a:cs typeface="Times New Roman" panose="02020603050405020304" pitchFamily="18" charset="0"/>
              </a:rPr>
              <a:t>West </a:t>
            </a:r>
            <a:r>
              <a:rPr lang="fr-FR" sz="1000" dirty="0" err="1">
                <a:latin typeface="Times New Roman" panose="02020603050405020304" pitchFamily="18" charset="0"/>
                <a:cs typeface="Times New Roman" panose="02020603050405020304" pitchFamily="18" charset="0"/>
              </a:rPr>
              <a:t>Africa</a:t>
            </a:r>
            <a:r>
              <a:rPr lang="fr-FR" sz="1000" dirty="0">
                <a:latin typeface="Times New Roman" panose="02020603050405020304" pitchFamily="18" charset="0"/>
                <a:cs typeface="Times New Roman" panose="02020603050405020304" pitchFamily="18" charset="0"/>
              </a:rPr>
              <a:t> </a:t>
            </a:r>
            <a:r>
              <a:rPr lang="fr-FR" sz="1000" dirty="0" err="1">
                <a:latin typeface="Times New Roman" panose="02020603050405020304" pitchFamily="18" charset="0"/>
                <a:cs typeface="Times New Roman" panose="02020603050405020304" pitchFamily="18" charset="0"/>
              </a:rPr>
              <a:t>LPGas</a:t>
            </a:r>
            <a:r>
              <a:rPr lang="fr-FR" sz="1000" dirty="0">
                <a:latin typeface="Times New Roman" panose="02020603050405020304" pitchFamily="18" charset="0"/>
                <a:cs typeface="Times New Roman" panose="02020603050405020304" pitchFamily="18" charset="0"/>
              </a:rPr>
              <a:t> Manager</a:t>
            </a:r>
          </a:p>
          <a:p>
            <a:pPr marL="285750" indent="-285750">
              <a:buFont typeface="Wingdings" panose="05000000000000000000" pitchFamily="2" charset="2"/>
              <a:buChar char="v"/>
            </a:pPr>
            <a:r>
              <a:rPr lang="fr-FR" sz="1000" dirty="0">
                <a:latin typeface="Times New Roman" panose="02020603050405020304" pitchFamily="18" charset="0"/>
                <a:cs typeface="Times New Roman" panose="02020603050405020304" pitchFamily="18" charset="0"/>
              </a:rPr>
              <a:t>SOGEA SATOM</a:t>
            </a:r>
          </a:p>
          <a:p>
            <a:pPr marL="285750" indent="-285750">
              <a:buFont typeface="Wingdings" panose="05000000000000000000" pitchFamily="2" charset="2"/>
              <a:buChar char="v"/>
            </a:pPr>
            <a:r>
              <a:rPr lang="fr-FR" sz="1000" dirty="0">
                <a:latin typeface="Times New Roman" panose="02020603050405020304" pitchFamily="18" charset="0"/>
                <a:cs typeface="Times New Roman" panose="02020603050405020304" pitchFamily="18" charset="0"/>
              </a:rPr>
              <a:t>DMR</a:t>
            </a:r>
          </a:p>
          <a:p>
            <a:pPr marL="285750" indent="-285750">
              <a:buFont typeface="Wingdings" panose="05000000000000000000" pitchFamily="2" charset="2"/>
              <a:buChar char="v"/>
            </a:pPr>
            <a:r>
              <a:rPr lang="fr-FR" sz="1000" dirty="0">
                <a:latin typeface="Times New Roman" panose="02020603050405020304" pitchFamily="18" charset="0"/>
                <a:cs typeface="Times New Roman" panose="02020603050405020304" pitchFamily="18" charset="0"/>
              </a:rPr>
              <a:t>Win Industries</a:t>
            </a:r>
          </a:p>
          <a:p>
            <a:pPr marL="285750" indent="-285750">
              <a:buFont typeface="Wingdings" panose="05000000000000000000" pitchFamily="2" charset="2"/>
              <a:buChar char="v"/>
            </a:pPr>
            <a:r>
              <a:rPr lang="fr-FR" sz="1000" dirty="0">
                <a:latin typeface="Times New Roman" panose="02020603050405020304" pitchFamily="18" charset="0"/>
                <a:cs typeface="Times New Roman" panose="02020603050405020304" pitchFamily="18" charset="0"/>
              </a:rPr>
              <a:t>Africaine de chaudronnerie et de Tuyauterie (ACT SA)</a:t>
            </a:r>
          </a:p>
          <a:p>
            <a:pPr marL="285750" indent="-285750">
              <a:buFont typeface="Wingdings" panose="05000000000000000000" pitchFamily="2" charset="2"/>
              <a:buChar char="v"/>
            </a:pPr>
            <a:r>
              <a:rPr lang="fr-FR" sz="1000" dirty="0">
                <a:latin typeface="Times New Roman" panose="02020603050405020304" pitchFamily="18" charset="0"/>
                <a:cs typeface="Times New Roman" panose="02020603050405020304" pitchFamily="18" charset="0"/>
              </a:rPr>
              <a:t>Société africaine de Raffinage (SAR)</a:t>
            </a:r>
          </a:p>
          <a:p>
            <a:pPr marL="285750" indent="-285750">
              <a:buFont typeface="Wingdings" panose="05000000000000000000" pitchFamily="2" charset="2"/>
              <a:buChar char="v"/>
            </a:pPr>
            <a:r>
              <a:rPr lang="fr-FR" sz="1000" dirty="0">
                <a:latin typeface="Times New Roman" panose="02020603050405020304" pitchFamily="18" charset="0"/>
                <a:cs typeface="Times New Roman" panose="02020603050405020304" pitchFamily="18" charset="0"/>
              </a:rPr>
              <a:t>VIVO Energy</a:t>
            </a:r>
          </a:p>
        </p:txBody>
      </p:sp>
      <p:sp>
        <p:nvSpPr>
          <p:cNvPr id="5" name="ZoneTexte 4">
            <a:extLst>
              <a:ext uri="{FF2B5EF4-FFF2-40B4-BE49-F238E27FC236}">
                <a16:creationId xmlns:a16="http://schemas.microsoft.com/office/drawing/2014/main" id="{FDC43C32-A7C9-2276-1D05-D69DC9F243F6}"/>
              </a:ext>
            </a:extLst>
          </p:cNvPr>
          <p:cNvSpPr txBox="1"/>
          <p:nvPr/>
        </p:nvSpPr>
        <p:spPr>
          <a:xfrm>
            <a:off x="5647022" y="1433574"/>
            <a:ext cx="3014839" cy="3170099"/>
          </a:xfrm>
          <a:prstGeom prst="rect">
            <a:avLst/>
          </a:prstGeom>
          <a:noFill/>
        </p:spPr>
        <p:txBody>
          <a:bodyPr wrap="square" rtlCol="0">
            <a:spAutoFit/>
          </a:bodyPr>
          <a:lstStyle/>
          <a:p>
            <a:pPr marL="285750" indent="-285750">
              <a:buFont typeface="Wingdings" panose="05000000000000000000" pitchFamily="2" charset="2"/>
              <a:buChar char="v"/>
            </a:pPr>
            <a:r>
              <a:rPr lang="fr-FR" sz="1000" dirty="0">
                <a:latin typeface="Times New Roman" panose="02020603050405020304" pitchFamily="18" charset="0"/>
                <a:cs typeface="Times New Roman" panose="02020603050405020304" pitchFamily="18" charset="0"/>
              </a:rPr>
              <a:t>SOCOCIM</a:t>
            </a:r>
          </a:p>
          <a:p>
            <a:pPr marL="285750" indent="-285750">
              <a:buFont typeface="Wingdings" panose="05000000000000000000" pitchFamily="2" charset="2"/>
              <a:buChar char="v"/>
            </a:pPr>
            <a:r>
              <a:rPr lang="fr-FR" sz="1000" dirty="0">
                <a:latin typeface="Times New Roman" panose="02020603050405020304" pitchFamily="18" charset="0"/>
                <a:cs typeface="Times New Roman" panose="02020603050405020304" pitchFamily="18" charset="0"/>
              </a:rPr>
              <a:t>CIMAF</a:t>
            </a:r>
          </a:p>
          <a:p>
            <a:pPr marL="285750" indent="-285750">
              <a:buFont typeface="Wingdings" panose="05000000000000000000" pitchFamily="2" charset="2"/>
              <a:buChar char="v"/>
            </a:pPr>
            <a:r>
              <a:rPr lang="fr-FR" sz="1000" dirty="0">
                <a:latin typeface="Times New Roman" panose="02020603050405020304" pitchFamily="18" charset="0"/>
                <a:cs typeface="Times New Roman" panose="02020603050405020304" pitchFamily="18" charset="0"/>
              </a:rPr>
              <a:t>SAHEL</a:t>
            </a:r>
          </a:p>
          <a:p>
            <a:pPr marL="285750" indent="-285750">
              <a:buFont typeface="Wingdings" panose="05000000000000000000" pitchFamily="2" charset="2"/>
              <a:buChar char="v"/>
            </a:pPr>
            <a:r>
              <a:rPr lang="fr-FR" sz="1000" dirty="0">
                <a:latin typeface="Times New Roman" panose="02020603050405020304" pitchFamily="18" charset="0"/>
                <a:cs typeface="Times New Roman" panose="02020603050405020304" pitchFamily="18" charset="0"/>
              </a:rPr>
              <a:t>DANGOTE</a:t>
            </a:r>
          </a:p>
          <a:p>
            <a:pPr marL="285750" indent="-285750">
              <a:buFont typeface="Wingdings" panose="05000000000000000000" pitchFamily="2" charset="2"/>
              <a:buChar char="v"/>
            </a:pPr>
            <a:r>
              <a:rPr lang="fr-FR" sz="1000" dirty="0">
                <a:latin typeface="Times New Roman" panose="02020603050405020304" pitchFamily="18" charset="0"/>
                <a:cs typeface="Times New Roman" panose="02020603050405020304" pitchFamily="18" charset="0"/>
              </a:rPr>
              <a:t>ICS</a:t>
            </a:r>
          </a:p>
          <a:p>
            <a:pPr marL="285750" indent="-285750">
              <a:buFont typeface="Wingdings" panose="05000000000000000000" pitchFamily="2" charset="2"/>
              <a:buChar char="v"/>
            </a:pPr>
            <a:r>
              <a:rPr lang="fr-FR" sz="1000" dirty="0">
                <a:latin typeface="Times New Roman" panose="02020603050405020304" pitchFamily="18" charset="0"/>
                <a:cs typeface="Times New Roman" panose="02020603050405020304" pitchFamily="18" charset="0"/>
              </a:rPr>
              <a:t>Compagnie Sucrière Sénégalaise</a:t>
            </a:r>
          </a:p>
          <a:p>
            <a:pPr marL="285750" indent="-285750">
              <a:buFont typeface="Wingdings" panose="05000000000000000000" pitchFamily="2" charset="2"/>
              <a:buChar char="v"/>
            </a:pPr>
            <a:r>
              <a:rPr lang="fr-FR" sz="1000" dirty="0">
                <a:latin typeface="Times New Roman" panose="02020603050405020304" pitchFamily="18" charset="0"/>
                <a:cs typeface="Times New Roman" panose="02020603050405020304" pitchFamily="18" charset="0"/>
              </a:rPr>
              <a:t>SENICO SA</a:t>
            </a:r>
          </a:p>
          <a:p>
            <a:pPr marL="285750" indent="-285750">
              <a:buFont typeface="Wingdings" panose="05000000000000000000" pitchFamily="2" charset="2"/>
              <a:buChar char="v"/>
            </a:pPr>
            <a:r>
              <a:rPr lang="fr-FR" sz="1000" dirty="0">
                <a:latin typeface="Times New Roman" panose="02020603050405020304" pitchFamily="18" charset="0"/>
                <a:cs typeface="Times New Roman" panose="02020603050405020304" pitchFamily="18" charset="0"/>
              </a:rPr>
              <a:t>Atlantic Groupe Industrie SA</a:t>
            </a:r>
          </a:p>
          <a:p>
            <a:pPr marL="285750" indent="-285750">
              <a:buFont typeface="Wingdings" panose="05000000000000000000" pitchFamily="2" charset="2"/>
              <a:buChar char="v"/>
            </a:pPr>
            <a:r>
              <a:rPr lang="fr-FR" sz="1000" dirty="0">
                <a:latin typeface="Times New Roman" panose="02020603050405020304" pitchFamily="18" charset="0"/>
                <a:cs typeface="Times New Roman" panose="02020603050405020304" pitchFamily="18" charset="0"/>
              </a:rPr>
              <a:t>Elite Ascenseurs Sénégal</a:t>
            </a:r>
          </a:p>
          <a:p>
            <a:pPr marL="285750" indent="-285750">
              <a:buFont typeface="Wingdings" panose="05000000000000000000" pitchFamily="2" charset="2"/>
              <a:buChar char="v"/>
            </a:pPr>
            <a:r>
              <a:rPr lang="fr-FR" sz="1000" dirty="0">
                <a:latin typeface="Times New Roman" panose="02020603050405020304" pitchFamily="18" charset="0"/>
                <a:cs typeface="Times New Roman" panose="02020603050405020304" pitchFamily="18" charset="0"/>
              </a:rPr>
              <a:t>Nestlé</a:t>
            </a:r>
          </a:p>
          <a:p>
            <a:pPr marL="285750" indent="-285750">
              <a:buFont typeface="Wingdings" panose="05000000000000000000" pitchFamily="2" charset="2"/>
              <a:buChar char="v"/>
            </a:pPr>
            <a:r>
              <a:rPr lang="fr-FR" sz="1000" dirty="0">
                <a:latin typeface="Times New Roman" panose="02020603050405020304" pitchFamily="18" charset="0"/>
                <a:cs typeface="Times New Roman" panose="02020603050405020304" pitchFamily="18" charset="0"/>
              </a:rPr>
              <a:t>ERT SA</a:t>
            </a:r>
          </a:p>
          <a:p>
            <a:pPr marL="285750" indent="-285750">
              <a:buFont typeface="Wingdings" panose="05000000000000000000" pitchFamily="2" charset="2"/>
              <a:buChar char="v"/>
            </a:pPr>
            <a:r>
              <a:rPr lang="fr-FR" sz="1000" dirty="0">
                <a:latin typeface="Times New Roman" panose="02020603050405020304" pitchFamily="18" charset="0"/>
                <a:cs typeface="Times New Roman" panose="02020603050405020304" pitchFamily="18" charset="0"/>
              </a:rPr>
              <a:t>SETER</a:t>
            </a:r>
          </a:p>
          <a:p>
            <a:pPr marL="285750" indent="-285750">
              <a:buFont typeface="Wingdings" panose="05000000000000000000" pitchFamily="2" charset="2"/>
              <a:buChar char="v"/>
            </a:pPr>
            <a:r>
              <a:rPr lang="fr-FR" sz="1000" dirty="0">
                <a:latin typeface="Times New Roman" panose="02020603050405020304" pitchFamily="18" charset="0"/>
                <a:cs typeface="Times New Roman" panose="02020603050405020304" pitchFamily="18" charset="0"/>
              </a:rPr>
              <a:t>SENELEC</a:t>
            </a:r>
          </a:p>
          <a:p>
            <a:pPr marL="285750" indent="-285750">
              <a:buFont typeface="Wingdings" panose="05000000000000000000" pitchFamily="2" charset="2"/>
              <a:buChar char="v"/>
            </a:pPr>
            <a:r>
              <a:rPr lang="fr-FR" sz="1000" dirty="0">
                <a:latin typeface="Times New Roman" panose="02020603050405020304" pitchFamily="18" charset="0"/>
                <a:cs typeface="Times New Roman" panose="02020603050405020304" pitchFamily="18" charset="0"/>
              </a:rPr>
              <a:t>GREEN BELT</a:t>
            </a:r>
          </a:p>
          <a:p>
            <a:pPr marL="285750" indent="-285750">
              <a:buFont typeface="Wingdings" panose="05000000000000000000" pitchFamily="2" charset="2"/>
              <a:buChar char="v"/>
            </a:pPr>
            <a:r>
              <a:rPr lang="fr-FR" sz="1000" dirty="0">
                <a:latin typeface="Times New Roman" panose="02020603050405020304" pitchFamily="18" charset="0"/>
                <a:cs typeface="Times New Roman" panose="02020603050405020304" pitchFamily="18" charset="0"/>
              </a:rPr>
              <a:t>Ingénierie Construction</a:t>
            </a:r>
          </a:p>
          <a:p>
            <a:pPr marL="285750" indent="-285750">
              <a:buFont typeface="Wingdings" panose="05000000000000000000" pitchFamily="2" charset="2"/>
              <a:buChar char="v"/>
            </a:pPr>
            <a:r>
              <a:rPr lang="fr-FR" sz="1000" dirty="0">
                <a:latin typeface="Times New Roman" panose="02020603050405020304" pitchFamily="18" charset="0"/>
                <a:cs typeface="Times New Roman" panose="02020603050405020304" pitchFamily="18" charset="0"/>
              </a:rPr>
              <a:t>SAF ingrédients</a:t>
            </a:r>
          </a:p>
          <a:p>
            <a:pPr marL="285750" indent="-285750">
              <a:buFont typeface="Wingdings" panose="05000000000000000000" pitchFamily="2" charset="2"/>
              <a:buChar char="v"/>
            </a:pPr>
            <a:r>
              <a:rPr lang="fr-FR" sz="1000" dirty="0">
                <a:latin typeface="Times New Roman" panose="02020603050405020304" pitchFamily="18" charset="0"/>
                <a:cs typeface="Times New Roman" panose="02020603050405020304" pitchFamily="18" charset="0"/>
              </a:rPr>
              <a:t>PATISEN</a:t>
            </a:r>
          </a:p>
          <a:p>
            <a:pPr marL="285750" indent="-285750">
              <a:buFont typeface="Wingdings" panose="05000000000000000000" pitchFamily="2" charset="2"/>
              <a:buChar char="v"/>
            </a:pPr>
            <a:r>
              <a:rPr lang="fr-FR" sz="1000" dirty="0">
                <a:latin typeface="Times New Roman" panose="02020603050405020304" pitchFamily="18" charset="0"/>
                <a:cs typeface="Times New Roman" panose="02020603050405020304" pitchFamily="18" charset="0"/>
              </a:rPr>
              <a:t>SEMAF SA</a:t>
            </a:r>
          </a:p>
          <a:p>
            <a:pPr marL="285750" indent="-285750">
              <a:buFont typeface="Wingdings" panose="05000000000000000000" pitchFamily="2" charset="2"/>
              <a:buChar char="v"/>
            </a:pPr>
            <a:r>
              <a:rPr lang="fr-FR" sz="1000" dirty="0">
                <a:latin typeface="Times New Roman" panose="02020603050405020304" pitchFamily="18" charset="0"/>
                <a:cs typeface="Times New Roman" panose="02020603050405020304" pitchFamily="18" charset="0"/>
              </a:rPr>
              <a:t>SCHULLER M2TAL</a:t>
            </a:r>
          </a:p>
          <a:p>
            <a:pPr marL="285750" indent="-285750">
              <a:buFont typeface="Wingdings" panose="05000000000000000000" pitchFamily="2" charset="2"/>
              <a:buChar char="v"/>
            </a:pPr>
            <a:r>
              <a:rPr lang="fr-FR" sz="1000" dirty="0">
                <a:latin typeface="Times New Roman" panose="02020603050405020304" pitchFamily="18" charset="0"/>
                <a:cs typeface="Times New Roman" panose="02020603050405020304" pitchFamily="18" charset="0"/>
              </a:rPr>
              <a:t>Oryx Energies</a:t>
            </a:r>
          </a:p>
        </p:txBody>
      </p:sp>
    </p:spTree>
    <p:extLst>
      <p:ext uri="{BB962C8B-B14F-4D97-AF65-F5344CB8AC3E}">
        <p14:creationId xmlns:p14="http://schemas.microsoft.com/office/powerpoint/2010/main" val="965028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002060"/>
        </a:solidFill>
        <a:effectLst/>
      </p:bgPr>
    </p:bg>
    <p:spTree>
      <p:nvGrpSpPr>
        <p:cNvPr id="1" name="Shape 265">
          <a:extLst>
            <a:ext uri="{FF2B5EF4-FFF2-40B4-BE49-F238E27FC236}">
              <a16:creationId xmlns:a16="http://schemas.microsoft.com/office/drawing/2014/main" id="{4B54D3D0-8A7D-F19E-E79C-D247908A485D}"/>
            </a:ext>
          </a:extLst>
        </p:cNvPr>
        <p:cNvGrpSpPr/>
        <p:nvPr/>
      </p:nvGrpSpPr>
      <p:grpSpPr>
        <a:xfrm>
          <a:off x="0" y="0"/>
          <a:ext cx="0" cy="0"/>
          <a:chOff x="0" y="0"/>
          <a:chExt cx="0" cy="0"/>
        </a:xfrm>
      </p:grpSpPr>
      <p:sp>
        <p:nvSpPr>
          <p:cNvPr id="3" name="Ruban : incliné vers le bas 2">
            <a:extLst>
              <a:ext uri="{FF2B5EF4-FFF2-40B4-BE49-F238E27FC236}">
                <a16:creationId xmlns:a16="http://schemas.microsoft.com/office/drawing/2014/main" id="{6208CF18-1842-5E54-A5CA-A4422F432F6A}"/>
              </a:ext>
            </a:extLst>
          </p:cNvPr>
          <p:cNvSpPr/>
          <p:nvPr/>
        </p:nvSpPr>
        <p:spPr>
          <a:xfrm>
            <a:off x="2883911" y="703773"/>
            <a:ext cx="3795489" cy="179501"/>
          </a:xfrm>
          <a:prstGeom prst="ribbon">
            <a:avLst/>
          </a:prstGeom>
          <a:solidFill>
            <a:srgbClr val="00206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rgbClr val="002060"/>
              </a:solidFill>
            </a:endParaRPr>
          </a:p>
        </p:txBody>
      </p:sp>
      <p:cxnSp>
        <p:nvCxnSpPr>
          <p:cNvPr id="33" name="Connecteur droit 32">
            <a:extLst>
              <a:ext uri="{FF2B5EF4-FFF2-40B4-BE49-F238E27FC236}">
                <a16:creationId xmlns:a16="http://schemas.microsoft.com/office/drawing/2014/main" id="{ADC287F0-D76A-7E97-E25A-710C5034842A}"/>
              </a:ext>
            </a:extLst>
          </p:cNvPr>
          <p:cNvCxnSpPr/>
          <p:nvPr/>
        </p:nvCxnSpPr>
        <p:spPr>
          <a:xfrm>
            <a:off x="2381" y="1059502"/>
            <a:ext cx="9141619"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18" name="Titre 1">
            <a:extLst>
              <a:ext uri="{FF2B5EF4-FFF2-40B4-BE49-F238E27FC236}">
                <a16:creationId xmlns:a16="http://schemas.microsoft.com/office/drawing/2014/main" id="{28C871A8-358A-4454-43A2-109ED63C51F6}"/>
              </a:ext>
            </a:extLst>
          </p:cNvPr>
          <p:cNvSpPr>
            <a:spLocks noGrp="1"/>
          </p:cNvSpPr>
          <p:nvPr>
            <p:ph type="title"/>
          </p:nvPr>
        </p:nvSpPr>
        <p:spPr>
          <a:xfrm>
            <a:off x="2172496" y="311359"/>
            <a:ext cx="5218318" cy="429193"/>
          </a:xfrm>
        </p:spPr>
        <p:txBody>
          <a:bodyPr vert="horz" lIns="68562" tIns="34281" rIns="68562" bIns="34281" rtlCol="0" anchor="ctr">
            <a:normAutofit fontScale="90000"/>
          </a:bodyPr>
          <a:lstStyle/>
          <a:p>
            <a:pPr algn="ctr"/>
            <a:r>
              <a:rPr lang="fr-FR" altLang="fr-FR" sz="2000" dirty="0">
                <a:solidFill>
                  <a:srgbClr val="002060"/>
                </a:solidFill>
                <a:latin typeface="Algerian" panose="04020705040A02060702" pitchFamily="82" charset="0"/>
                <a:ea typeface="Open Sans Extrabold" panose="020B0606030504020204" pitchFamily="34" charset="0"/>
                <a:cs typeface="Open Sans Extrabold" panose="020B0606030504020204" pitchFamily="34" charset="0"/>
              </a:rPr>
              <a:t>ENTREPRISE CIBLE – Proposée par LINKEDIN  </a:t>
            </a:r>
            <a:endParaRPr lang="fr-FR" altLang="fr-FR" sz="2100" b="1" dirty="0">
              <a:solidFill>
                <a:srgbClr val="002060"/>
              </a:solidFill>
              <a:latin typeface="Algerian" panose="04020705040A02060702" pitchFamily="82" charset="0"/>
              <a:ea typeface="Open Sans Extrabold" panose="020B0606030504020204" pitchFamily="34" charset="0"/>
              <a:cs typeface="Open Sans Extrabold" panose="020B0606030504020204" pitchFamily="34" charset="0"/>
            </a:endParaRPr>
          </a:p>
        </p:txBody>
      </p:sp>
      <p:pic>
        <p:nvPicPr>
          <p:cNvPr id="2" name="Image 1" descr="Une image contenant capture d’écran, cercle, texte, logo&#10;&#10;Le contenu généré par l’IA peut être incorrect.">
            <a:extLst>
              <a:ext uri="{FF2B5EF4-FFF2-40B4-BE49-F238E27FC236}">
                <a16:creationId xmlns:a16="http://schemas.microsoft.com/office/drawing/2014/main" id="{DF4258FA-5D0A-1DEB-D643-3C0B9713C64A}"/>
              </a:ext>
            </a:extLst>
          </p:cNvPr>
          <p:cNvPicPr>
            <a:picLocks noChangeAspect="1"/>
          </p:cNvPicPr>
          <p:nvPr/>
        </p:nvPicPr>
        <p:blipFill>
          <a:blip r:embed="rId3"/>
          <a:stretch>
            <a:fillRect/>
          </a:stretch>
        </p:blipFill>
        <p:spPr>
          <a:xfrm>
            <a:off x="293669" y="224797"/>
            <a:ext cx="845613" cy="776289"/>
          </a:xfrm>
          <a:prstGeom prst="rect">
            <a:avLst/>
          </a:prstGeom>
          <a:effectLst/>
        </p:spPr>
      </p:pic>
      <p:sp>
        <p:nvSpPr>
          <p:cNvPr id="4" name="ZoneTexte 3">
            <a:extLst>
              <a:ext uri="{FF2B5EF4-FFF2-40B4-BE49-F238E27FC236}">
                <a16:creationId xmlns:a16="http://schemas.microsoft.com/office/drawing/2014/main" id="{5FCD806A-CF00-386C-EE4D-A2ADD37DFF7D}"/>
              </a:ext>
            </a:extLst>
          </p:cNvPr>
          <p:cNvSpPr txBox="1"/>
          <p:nvPr/>
        </p:nvSpPr>
        <p:spPr>
          <a:xfrm>
            <a:off x="293669" y="1268211"/>
            <a:ext cx="2985120" cy="2862322"/>
          </a:xfrm>
          <a:prstGeom prst="rect">
            <a:avLst/>
          </a:prstGeom>
          <a:noFill/>
        </p:spPr>
        <p:txBody>
          <a:bodyPr wrap="square" rtlCol="0">
            <a:spAutoFit/>
          </a:bodyPr>
          <a:lstStyle/>
          <a:p>
            <a:r>
              <a:rPr lang="fr-FR" sz="1000" b="1" dirty="0">
                <a:latin typeface="Times New Roman" panose="02020603050405020304" pitchFamily="18" charset="0"/>
                <a:cs typeface="Times New Roman" panose="02020603050405020304" pitchFamily="18" charset="0"/>
              </a:rPr>
              <a:t>🏭 1️⃣ Industrie lourde (cibles prioritaires)</a:t>
            </a:r>
          </a:p>
          <a:p>
            <a:endParaRPr lang="fr-FR" sz="1000" b="1" dirty="0">
              <a:latin typeface="Times New Roman" panose="02020603050405020304" pitchFamily="18" charset="0"/>
              <a:cs typeface="Times New Roman" panose="02020603050405020304" pitchFamily="18" charset="0"/>
            </a:endParaRPr>
          </a:p>
          <a:p>
            <a:r>
              <a:rPr lang="fr-FR" sz="1000" dirty="0">
                <a:latin typeface="Times New Roman" panose="02020603050405020304" pitchFamily="18" charset="0"/>
                <a:cs typeface="Times New Roman" panose="02020603050405020304" pitchFamily="18" charset="0"/>
              </a:rPr>
              <a:t>Ce sont les entreprises qui ont le plus besoin de méthodes maintenance.</a:t>
            </a:r>
          </a:p>
          <a:p>
            <a:endParaRPr lang="fr-FR" sz="1000" dirty="0">
              <a:latin typeface="Times New Roman" panose="02020603050405020304" pitchFamily="18" charset="0"/>
              <a:cs typeface="Times New Roman" panose="02020603050405020304" pitchFamily="18" charset="0"/>
            </a:endParaRPr>
          </a:p>
          <a:p>
            <a:r>
              <a:rPr lang="fr-FR" sz="1000" dirty="0">
                <a:latin typeface="Times New Roman" panose="02020603050405020304" pitchFamily="18" charset="0"/>
                <a:cs typeface="Times New Roman" panose="02020603050405020304" pitchFamily="18" charset="0"/>
              </a:rPr>
              <a:t>Ciment – Énergie – Pétrole</a:t>
            </a:r>
          </a:p>
          <a:p>
            <a:endParaRPr lang="fr-FR" sz="1000" dirty="0">
              <a:latin typeface="Times New Roman" panose="02020603050405020304" pitchFamily="18" charset="0"/>
              <a:cs typeface="Times New Roman" panose="02020603050405020304" pitchFamily="18" charset="0"/>
            </a:endParaRPr>
          </a:p>
          <a:p>
            <a:pPr marL="171450" lvl="3" indent="-171450">
              <a:buFont typeface="Wingdings" panose="05000000000000000000" pitchFamily="2" charset="2"/>
              <a:buChar char="v"/>
            </a:pPr>
            <a:r>
              <a:rPr lang="fr-FR" sz="1000" b="1" dirty="0" err="1">
                <a:latin typeface="Times New Roman" panose="02020603050405020304" pitchFamily="18" charset="0"/>
                <a:cs typeface="Times New Roman" panose="02020603050405020304" pitchFamily="18" charset="0"/>
              </a:rPr>
              <a:t>Sococim</a:t>
            </a:r>
            <a:r>
              <a:rPr lang="fr-FR" sz="1000" b="1" dirty="0">
                <a:latin typeface="Times New Roman" panose="02020603050405020304" pitchFamily="18" charset="0"/>
                <a:cs typeface="Times New Roman" panose="02020603050405020304" pitchFamily="18" charset="0"/>
              </a:rPr>
              <a:t> Industries</a:t>
            </a:r>
            <a:r>
              <a:rPr lang="fr-FR" sz="1000" dirty="0">
                <a:latin typeface="Times New Roman" panose="02020603050405020304" pitchFamily="18" charset="0"/>
                <a:cs typeface="Times New Roman" panose="02020603050405020304" pitchFamily="18" charset="0"/>
              </a:rPr>
              <a:t> – grande cimenterie à Rufisque (machines lourdes, fours industriels) </a:t>
            </a:r>
          </a:p>
          <a:p>
            <a:pPr marL="171450" lvl="3" indent="-171450">
              <a:buFont typeface="Wingdings" panose="05000000000000000000" pitchFamily="2" charset="2"/>
              <a:buChar char="v"/>
            </a:pPr>
            <a:r>
              <a:rPr lang="fr-FR" sz="1000" b="1" dirty="0">
                <a:latin typeface="Times New Roman" panose="02020603050405020304" pitchFamily="18" charset="0"/>
                <a:cs typeface="Times New Roman" panose="02020603050405020304" pitchFamily="18" charset="0"/>
              </a:rPr>
              <a:t>Société africaine de raffinage</a:t>
            </a:r>
            <a:r>
              <a:rPr lang="fr-FR" sz="1000" dirty="0">
                <a:latin typeface="Times New Roman" panose="02020603050405020304" pitchFamily="18" charset="0"/>
                <a:cs typeface="Times New Roman" panose="02020603050405020304" pitchFamily="18" charset="0"/>
              </a:rPr>
              <a:t> – raffinerie à Mbao (maintenance industrielle critique) </a:t>
            </a:r>
          </a:p>
          <a:p>
            <a:pPr lvl="3"/>
            <a:endParaRPr lang="fr-FR" sz="1000" dirty="0">
              <a:latin typeface="Times New Roman" panose="02020603050405020304" pitchFamily="18" charset="0"/>
              <a:cs typeface="Times New Roman" panose="02020603050405020304" pitchFamily="18" charset="0"/>
            </a:endParaRPr>
          </a:p>
          <a:p>
            <a:r>
              <a:rPr lang="fr-FR" sz="1000" dirty="0">
                <a:latin typeface="Times New Roman" panose="02020603050405020304" pitchFamily="18" charset="0"/>
                <a:cs typeface="Times New Roman" panose="02020603050405020304" pitchFamily="18" charset="0"/>
              </a:rPr>
              <a:t>👉 Très bons clients pour :</a:t>
            </a:r>
          </a:p>
          <a:p>
            <a:endParaRPr lang="fr-FR" sz="10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fr-FR" sz="1000" dirty="0">
                <a:latin typeface="Times New Roman" panose="02020603050405020304" pitchFamily="18" charset="0"/>
                <a:cs typeface="Times New Roman" panose="02020603050405020304" pitchFamily="18" charset="0"/>
              </a:rPr>
              <a:t>Fiabilisation équipements</a:t>
            </a:r>
          </a:p>
          <a:p>
            <a:pPr marL="171450" indent="-171450">
              <a:buFont typeface="Arial" panose="020B0604020202020204" pitchFamily="34" charset="0"/>
              <a:buChar char="•"/>
            </a:pPr>
            <a:r>
              <a:rPr lang="fr-FR" sz="1000" dirty="0">
                <a:latin typeface="Times New Roman" panose="02020603050405020304" pitchFamily="18" charset="0"/>
                <a:cs typeface="Times New Roman" panose="02020603050405020304" pitchFamily="18" charset="0"/>
              </a:rPr>
              <a:t>Maintenance préventive</a:t>
            </a:r>
          </a:p>
          <a:p>
            <a:pPr marL="171450" indent="-171450">
              <a:buFont typeface="Arial" panose="020B0604020202020204" pitchFamily="34" charset="0"/>
              <a:buChar char="•"/>
            </a:pPr>
            <a:r>
              <a:rPr lang="fr-FR" sz="1000" dirty="0">
                <a:latin typeface="Times New Roman" panose="02020603050405020304" pitchFamily="18" charset="0"/>
                <a:cs typeface="Times New Roman" panose="02020603050405020304" pitchFamily="18" charset="0"/>
              </a:rPr>
              <a:t>Optimisation TRS</a:t>
            </a:r>
          </a:p>
          <a:p>
            <a:pPr marL="171450" indent="-171450">
              <a:buFont typeface="Arial" panose="020B0604020202020204" pitchFamily="34" charset="0"/>
              <a:buChar char="•"/>
            </a:pPr>
            <a:r>
              <a:rPr lang="fr-FR" sz="1000" dirty="0">
                <a:latin typeface="Times New Roman" panose="02020603050405020304" pitchFamily="18" charset="0"/>
                <a:cs typeface="Times New Roman" panose="02020603050405020304" pitchFamily="18" charset="0"/>
              </a:rPr>
              <a:t>GMAO</a:t>
            </a:r>
          </a:p>
        </p:txBody>
      </p:sp>
      <p:sp>
        <p:nvSpPr>
          <p:cNvPr id="5" name="ZoneTexte 4">
            <a:extLst>
              <a:ext uri="{FF2B5EF4-FFF2-40B4-BE49-F238E27FC236}">
                <a16:creationId xmlns:a16="http://schemas.microsoft.com/office/drawing/2014/main" id="{504A118F-32FB-F027-9A90-3E966AB71249}"/>
              </a:ext>
            </a:extLst>
          </p:cNvPr>
          <p:cNvSpPr txBox="1"/>
          <p:nvPr/>
        </p:nvSpPr>
        <p:spPr>
          <a:xfrm>
            <a:off x="6093230" y="1268211"/>
            <a:ext cx="3050770" cy="3016210"/>
          </a:xfrm>
          <a:prstGeom prst="rect">
            <a:avLst/>
          </a:prstGeom>
          <a:noFill/>
        </p:spPr>
        <p:txBody>
          <a:bodyPr wrap="square" rtlCol="0">
            <a:spAutoFit/>
          </a:bodyPr>
          <a:lstStyle/>
          <a:p>
            <a:r>
              <a:rPr lang="fr-FR" sz="1000" b="1" dirty="0">
                <a:latin typeface="Times New Roman" panose="02020603050405020304" pitchFamily="18" charset="0"/>
                <a:cs typeface="Times New Roman" panose="02020603050405020304" pitchFamily="18" charset="0"/>
              </a:rPr>
              <a:t>🍶 3️⃣ Agroalimentaire (gros potentiel)</a:t>
            </a:r>
          </a:p>
          <a:p>
            <a:endParaRPr lang="fr-FR" sz="1000" b="1" dirty="0">
              <a:latin typeface="Times New Roman" panose="02020603050405020304" pitchFamily="18" charset="0"/>
              <a:cs typeface="Times New Roman" panose="02020603050405020304" pitchFamily="18" charset="0"/>
            </a:endParaRPr>
          </a:p>
          <a:p>
            <a:r>
              <a:rPr lang="fr-FR" sz="1000" dirty="0">
                <a:latin typeface="Times New Roman" panose="02020603050405020304" pitchFamily="18" charset="0"/>
                <a:cs typeface="Times New Roman" panose="02020603050405020304" pitchFamily="18" charset="0"/>
              </a:rPr>
              <a:t>L’agroalimentaire représente la majorité des industries au Sénégal. </a:t>
            </a:r>
          </a:p>
          <a:p>
            <a:r>
              <a:rPr lang="fr-FR" sz="1000" dirty="0">
                <a:latin typeface="Times New Roman" panose="02020603050405020304" pitchFamily="18" charset="0"/>
                <a:cs typeface="Times New Roman" panose="02020603050405020304" pitchFamily="18" charset="0"/>
              </a:rPr>
              <a:t>Entreprises intéressantes :</a:t>
            </a:r>
          </a:p>
          <a:p>
            <a:pPr marL="171450" indent="-171450">
              <a:buFont typeface="Wingdings" panose="05000000000000000000" pitchFamily="2" charset="2"/>
              <a:buChar char="v"/>
            </a:pPr>
            <a:r>
              <a:rPr lang="fr-FR" sz="1000" dirty="0">
                <a:latin typeface="Times New Roman" panose="02020603050405020304" pitchFamily="18" charset="0"/>
                <a:cs typeface="Times New Roman" panose="02020603050405020304" pitchFamily="18" charset="0"/>
              </a:rPr>
              <a:t>Nestlé Sénégal </a:t>
            </a:r>
          </a:p>
          <a:p>
            <a:pPr marL="171450" indent="-171450">
              <a:buFont typeface="Wingdings" panose="05000000000000000000" pitchFamily="2" charset="2"/>
              <a:buChar char="v"/>
            </a:pPr>
            <a:r>
              <a:rPr lang="fr-FR" sz="1000" dirty="0">
                <a:latin typeface="Times New Roman" panose="02020603050405020304" pitchFamily="18" charset="0"/>
                <a:cs typeface="Times New Roman" panose="02020603050405020304" pitchFamily="18" charset="0"/>
              </a:rPr>
              <a:t>Groupe </a:t>
            </a:r>
            <a:r>
              <a:rPr lang="fr-FR" sz="1000" dirty="0" err="1">
                <a:latin typeface="Times New Roman" panose="02020603050405020304" pitchFamily="18" charset="0"/>
                <a:cs typeface="Times New Roman" panose="02020603050405020304" pitchFamily="18" charset="0"/>
              </a:rPr>
              <a:t>Kirène</a:t>
            </a:r>
            <a:r>
              <a:rPr lang="fr-FR" sz="1000" dirty="0">
                <a:latin typeface="Times New Roman" panose="02020603050405020304" pitchFamily="18" charset="0"/>
                <a:cs typeface="Times New Roman" panose="02020603050405020304" pitchFamily="18" charset="0"/>
              </a:rPr>
              <a:t> </a:t>
            </a:r>
          </a:p>
          <a:p>
            <a:pPr marL="171450" indent="-171450">
              <a:buFont typeface="Wingdings" panose="05000000000000000000" pitchFamily="2" charset="2"/>
              <a:buChar char="v"/>
            </a:pPr>
            <a:r>
              <a:rPr lang="fr-FR" sz="1000" dirty="0" err="1">
                <a:latin typeface="Times New Roman" panose="02020603050405020304" pitchFamily="18" charset="0"/>
                <a:cs typeface="Times New Roman" panose="02020603050405020304" pitchFamily="18" charset="0"/>
              </a:rPr>
              <a:t>Patisen</a:t>
            </a:r>
            <a:r>
              <a:rPr lang="fr-FR" sz="1000" dirty="0">
                <a:latin typeface="Times New Roman" panose="02020603050405020304" pitchFamily="18" charset="0"/>
                <a:cs typeface="Times New Roman" panose="02020603050405020304" pitchFamily="18" charset="0"/>
              </a:rPr>
              <a:t> </a:t>
            </a:r>
          </a:p>
          <a:p>
            <a:pPr marL="171450" indent="-171450">
              <a:buFont typeface="Wingdings" panose="05000000000000000000" pitchFamily="2" charset="2"/>
              <a:buChar char="v"/>
            </a:pPr>
            <a:r>
              <a:rPr lang="fr-FR" sz="1000" dirty="0" err="1">
                <a:latin typeface="Times New Roman" panose="02020603050405020304" pitchFamily="18" charset="0"/>
                <a:cs typeface="Times New Roman" panose="02020603050405020304" pitchFamily="18" charset="0"/>
              </a:rPr>
              <a:t>Suneor</a:t>
            </a:r>
            <a:endParaRPr lang="fr-FR" sz="1000" dirty="0">
              <a:latin typeface="Times New Roman" panose="02020603050405020304" pitchFamily="18" charset="0"/>
              <a:cs typeface="Times New Roman" panose="02020603050405020304" pitchFamily="18" charset="0"/>
            </a:endParaRPr>
          </a:p>
          <a:p>
            <a:pPr marL="171450" indent="-171450">
              <a:buFont typeface="Wingdings" panose="05000000000000000000" pitchFamily="2" charset="2"/>
              <a:buChar char="v"/>
            </a:pPr>
            <a:r>
              <a:rPr lang="fr-FR" sz="1000" dirty="0">
                <a:latin typeface="Times New Roman" panose="02020603050405020304" pitchFamily="18" charset="0"/>
                <a:cs typeface="Times New Roman" panose="02020603050405020304" pitchFamily="18" charset="0"/>
              </a:rPr>
              <a:t>CSS (sucrerie)</a:t>
            </a:r>
          </a:p>
          <a:p>
            <a:pPr marL="171450" indent="-171450">
              <a:buFont typeface="Wingdings" panose="05000000000000000000" pitchFamily="2" charset="2"/>
              <a:buChar char="v"/>
            </a:pPr>
            <a:r>
              <a:rPr lang="fr-FR" sz="1000" dirty="0" err="1">
                <a:latin typeface="Times New Roman" panose="02020603050405020304" pitchFamily="18" charset="0"/>
                <a:cs typeface="Times New Roman" panose="02020603050405020304" pitchFamily="18" charset="0"/>
              </a:rPr>
              <a:t>Mimran</a:t>
            </a:r>
            <a:r>
              <a:rPr lang="fr-FR" sz="1000" dirty="0">
                <a:latin typeface="Times New Roman" panose="02020603050405020304" pitchFamily="18" charset="0"/>
                <a:cs typeface="Times New Roman" panose="02020603050405020304" pitchFamily="18" charset="0"/>
              </a:rPr>
              <a:t> (farine)</a:t>
            </a:r>
          </a:p>
          <a:p>
            <a:endParaRPr lang="fr-FR" sz="1000" dirty="0">
              <a:latin typeface="Times New Roman" panose="02020603050405020304" pitchFamily="18" charset="0"/>
              <a:cs typeface="Times New Roman" panose="02020603050405020304" pitchFamily="18" charset="0"/>
            </a:endParaRPr>
          </a:p>
          <a:p>
            <a:r>
              <a:rPr lang="fr-FR" sz="1000" dirty="0">
                <a:latin typeface="Times New Roman" panose="02020603050405020304" pitchFamily="18" charset="0"/>
                <a:cs typeface="Times New Roman" panose="02020603050405020304" pitchFamily="18" charset="0"/>
              </a:rPr>
              <a:t>👉 Très bons clients pour :</a:t>
            </a:r>
          </a:p>
          <a:p>
            <a:endParaRPr lang="fr-FR" sz="10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fr-FR" sz="1000" dirty="0">
                <a:latin typeface="Times New Roman" panose="02020603050405020304" pitchFamily="18" charset="0"/>
                <a:cs typeface="Times New Roman" panose="02020603050405020304" pitchFamily="18" charset="0"/>
              </a:rPr>
              <a:t>Maintenance lignes production</a:t>
            </a:r>
          </a:p>
          <a:p>
            <a:pPr marL="171450" indent="-171450">
              <a:buFont typeface="Arial" panose="020B0604020202020204" pitchFamily="34" charset="0"/>
              <a:buChar char="•"/>
            </a:pPr>
            <a:r>
              <a:rPr lang="fr-FR" sz="1000" dirty="0">
                <a:latin typeface="Times New Roman" panose="02020603050405020304" pitchFamily="18" charset="0"/>
                <a:cs typeface="Times New Roman" panose="02020603050405020304" pitchFamily="18" charset="0"/>
              </a:rPr>
              <a:t>Plans de maintenance</a:t>
            </a:r>
          </a:p>
          <a:p>
            <a:pPr marL="171450" indent="-171450">
              <a:buFont typeface="Arial" panose="020B0604020202020204" pitchFamily="34" charset="0"/>
              <a:buChar char="•"/>
            </a:pPr>
            <a:r>
              <a:rPr lang="fr-FR" sz="1000" dirty="0">
                <a:latin typeface="Times New Roman" panose="02020603050405020304" pitchFamily="18" charset="0"/>
                <a:cs typeface="Times New Roman" panose="02020603050405020304" pitchFamily="18" charset="0"/>
              </a:rPr>
              <a:t>TPM</a:t>
            </a:r>
          </a:p>
          <a:p>
            <a:pPr marL="171450" indent="-171450">
              <a:buFont typeface="Arial" panose="020B0604020202020204" pitchFamily="34" charset="0"/>
              <a:buChar char="•"/>
            </a:pPr>
            <a:r>
              <a:rPr lang="fr-FR" sz="1000" dirty="0">
                <a:latin typeface="Times New Roman" panose="02020603050405020304" pitchFamily="18" charset="0"/>
                <a:cs typeface="Times New Roman" panose="02020603050405020304" pitchFamily="18" charset="0"/>
              </a:rPr>
              <a:t>Amélioration TRS</a:t>
            </a:r>
          </a:p>
          <a:p>
            <a:endParaRPr lang="fr-FR" sz="1000" dirty="0">
              <a:latin typeface="Times New Roman" panose="02020603050405020304" pitchFamily="18" charset="0"/>
              <a:cs typeface="Times New Roman" panose="02020603050405020304" pitchFamily="18" charset="0"/>
            </a:endParaRPr>
          </a:p>
        </p:txBody>
      </p:sp>
      <p:sp>
        <p:nvSpPr>
          <p:cNvPr id="6" name="ZoneTexte 5">
            <a:extLst>
              <a:ext uri="{FF2B5EF4-FFF2-40B4-BE49-F238E27FC236}">
                <a16:creationId xmlns:a16="http://schemas.microsoft.com/office/drawing/2014/main" id="{71BDE736-01BE-971D-C095-4F7A9AE7E010}"/>
              </a:ext>
            </a:extLst>
          </p:cNvPr>
          <p:cNvSpPr txBox="1"/>
          <p:nvPr/>
        </p:nvSpPr>
        <p:spPr>
          <a:xfrm>
            <a:off x="3488444" y="1268211"/>
            <a:ext cx="2586422" cy="1938992"/>
          </a:xfrm>
          <a:prstGeom prst="rect">
            <a:avLst/>
          </a:prstGeom>
          <a:noFill/>
        </p:spPr>
        <p:txBody>
          <a:bodyPr wrap="square" rtlCol="0">
            <a:spAutoFit/>
          </a:bodyPr>
          <a:lstStyle/>
          <a:p>
            <a:r>
              <a:rPr lang="fr-FR" sz="1000" b="1" dirty="0">
                <a:latin typeface="Times New Roman" panose="02020603050405020304" pitchFamily="18" charset="0"/>
                <a:cs typeface="Times New Roman" panose="02020603050405020304" pitchFamily="18" charset="0"/>
              </a:rPr>
              <a:t>⚙️ 2️⃣ Industrie chimique et gaz</a:t>
            </a:r>
          </a:p>
          <a:p>
            <a:endParaRPr lang="fr-FR" sz="1000" b="1" dirty="0">
              <a:latin typeface="Times New Roman" panose="02020603050405020304" pitchFamily="18" charset="0"/>
              <a:cs typeface="Times New Roman" panose="02020603050405020304" pitchFamily="18" charset="0"/>
            </a:endParaRPr>
          </a:p>
          <a:p>
            <a:r>
              <a:rPr lang="fr-FR" sz="1000" dirty="0">
                <a:latin typeface="Times New Roman" panose="02020603050405020304" pitchFamily="18" charset="0"/>
                <a:cs typeface="Times New Roman" panose="02020603050405020304" pitchFamily="18" charset="0"/>
              </a:rPr>
              <a:t>Très bons clients pour méthodes maintenance.</a:t>
            </a:r>
          </a:p>
          <a:p>
            <a:pPr marL="171450" lvl="1" indent="-171450">
              <a:buFont typeface="Wingdings" panose="05000000000000000000" pitchFamily="2" charset="2"/>
              <a:buChar char="v"/>
            </a:pPr>
            <a:r>
              <a:rPr lang="fr-FR" sz="1000" dirty="0">
                <a:latin typeface="Times New Roman" panose="02020603050405020304" pitchFamily="18" charset="0"/>
                <a:cs typeface="Times New Roman" panose="02020603050405020304" pitchFamily="18" charset="0"/>
              </a:rPr>
              <a:t>Sahel Gaz – production de gaz industriels </a:t>
            </a:r>
          </a:p>
          <a:p>
            <a:pPr marL="171450" lvl="1" indent="-171450">
              <a:buFont typeface="Wingdings" panose="05000000000000000000" pitchFamily="2" charset="2"/>
              <a:buChar char="v"/>
            </a:pPr>
            <a:r>
              <a:rPr lang="fr-FR" sz="1000" dirty="0">
                <a:latin typeface="Times New Roman" panose="02020603050405020304" pitchFamily="18" charset="0"/>
                <a:cs typeface="Times New Roman" panose="02020603050405020304" pitchFamily="18" charset="0"/>
              </a:rPr>
              <a:t>Air Liquide Sénégal (gaz industriels)</a:t>
            </a:r>
          </a:p>
          <a:p>
            <a:pPr marL="171450" lvl="1" indent="-171450">
              <a:buFont typeface="Wingdings" panose="05000000000000000000" pitchFamily="2" charset="2"/>
              <a:buChar char="v"/>
            </a:pPr>
            <a:r>
              <a:rPr lang="fr-FR" sz="1000" dirty="0">
                <a:latin typeface="Times New Roman" panose="02020603050405020304" pitchFamily="18" charset="0"/>
                <a:cs typeface="Times New Roman" panose="02020603050405020304" pitchFamily="18" charset="0"/>
              </a:rPr>
              <a:t>Industries chimiques du Sénégal</a:t>
            </a:r>
          </a:p>
          <a:p>
            <a:pPr lvl="1"/>
            <a:endParaRPr lang="fr-FR" sz="1000" dirty="0">
              <a:latin typeface="Times New Roman" panose="02020603050405020304" pitchFamily="18" charset="0"/>
              <a:cs typeface="Times New Roman" panose="02020603050405020304" pitchFamily="18" charset="0"/>
            </a:endParaRPr>
          </a:p>
          <a:p>
            <a:r>
              <a:rPr lang="fr-FR" sz="1000" dirty="0">
                <a:latin typeface="Times New Roman" panose="02020603050405020304" pitchFamily="18" charset="0"/>
                <a:cs typeface="Times New Roman" panose="02020603050405020304" pitchFamily="18" charset="0"/>
              </a:rPr>
              <a:t>👉 Besoins fréquents :</a:t>
            </a:r>
          </a:p>
          <a:p>
            <a:endParaRPr lang="fr-FR" sz="10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fr-FR" sz="1000" dirty="0">
                <a:latin typeface="Times New Roman" panose="02020603050405020304" pitchFamily="18" charset="0"/>
                <a:cs typeface="Times New Roman" panose="02020603050405020304" pitchFamily="18" charset="0"/>
              </a:rPr>
              <a:t>Maintenance réglementaire</a:t>
            </a:r>
          </a:p>
          <a:p>
            <a:pPr marL="171450" indent="-171450">
              <a:buFont typeface="Arial" panose="020B0604020202020204" pitchFamily="34" charset="0"/>
              <a:buChar char="•"/>
            </a:pPr>
            <a:r>
              <a:rPr lang="fr-FR" sz="1000" dirty="0">
                <a:latin typeface="Times New Roman" panose="02020603050405020304" pitchFamily="18" charset="0"/>
                <a:cs typeface="Times New Roman" panose="02020603050405020304" pitchFamily="18" charset="0"/>
              </a:rPr>
              <a:t>Fiabilité installations</a:t>
            </a:r>
          </a:p>
          <a:p>
            <a:pPr marL="171450" indent="-171450">
              <a:buFont typeface="Arial" panose="020B0604020202020204" pitchFamily="34" charset="0"/>
              <a:buChar char="•"/>
            </a:pPr>
            <a:r>
              <a:rPr lang="fr-FR" sz="1000" dirty="0">
                <a:latin typeface="Times New Roman" panose="02020603050405020304" pitchFamily="18" charset="0"/>
                <a:cs typeface="Times New Roman" panose="02020603050405020304" pitchFamily="18" charset="0"/>
              </a:rPr>
              <a:t>Méthodes maintenance</a:t>
            </a:r>
          </a:p>
        </p:txBody>
      </p:sp>
    </p:spTree>
    <p:extLst>
      <p:ext uri="{BB962C8B-B14F-4D97-AF65-F5344CB8AC3E}">
        <p14:creationId xmlns:p14="http://schemas.microsoft.com/office/powerpoint/2010/main" val="4194662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002060"/>
        </a:solidFill>
        <a:effectLst/>
      </p:bgPr>
    </p:bg>
    <p:spTree>
      <p:nvGrpSpPr>
        <p:cNvPr id="1" name="Shape 265">
          <a:extLst>
            <a:ext uri="{FF2B5EF4-FFF2-40B4-BE49-F238E27FC236}">
              <a16:creationId xmlns:a16="http://schemas.microsoft.com/office/drawing/2014/main" id="{79BF76B0-2552-8F80-A8C9-B14631A9B288}"/>
            </a:ext>
          </a:extLst>
        </p:cNvPr>
        <p:cNvGrpSpPr/>
        <p:nvPr/>
      </p:nvGrpSpPr>
      <p:grpSpPr>
        <a:xfrm>
          <a:off x="0" y="0"/>
          <a:ext cx="0" cy="0"/>
          <a:chOff x="0" y="0"/>
          <a:chExt cx="0" cy="0"/>
        </a:xfrm>
      </p:grpSpPr>
      <p:sp>
        <p:nvSpPr>
          <p:cNvPr id="3" name="Ruban : incliné vers le bas 2">
            <a:extLst>
              <a:ext uri="{FF2B5EF4-FFF2-40B4-BE49-F238E27FC236}">
                <a16:creationId xmlns:a16="http://schemas.microsoft.com/office/drawing/2014/main" id="{8152C210-5B3D-BBEE-E06D-F5FBB42AABCB}"/>
              </a:ext>
            </a:extLst>
          </p:cNvPr>
          <p:cNvSpPr/>
          <p:nvPr/>
        </p:nvSpPr>
        <p:spPr>
          <a:xfrm>
            <a:off x="2883911" y="703773"/>
            <a:ext cx="3795489" cy="179501"/>
          </a:xfrm>
          <a:prstGeom prst="ribbon">
            <a:avLst/>
          </a:prstGeom>
          <a:solidFill>
            <a:srgbClr val="00206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rgbClr val="002060"/>
              </a:solidFill>
            </a:endParaRPr>
          </a:p>
        </p:txBody>
      </p:sp>
      <p:cxnSp>
        <p:nvCxnSpPr>
          <p:cNvPr id="33" name="Connecteur droit 32">
            <a:extLst>
              <a:ext uri="{FF2B5EF4-FFF2-40B4-BE49-F238E27FC236}">
                <a16:creationId xmlns:a16="http://schemas.microsoft.com/office/drawing/2014/main" id="{C2DC98FC-0CF0-1A3C-52D7-4572DFFD1FC5}"/>
              </a:ext>
            </a:extLst>
          </p:cNvPr>
          <p:cNvCxnSpPr/>
          <p:nvPr/>
        </p:nvCxnSpPr>
        <p:spPr>
          <a:xfrm>
            <a:off x="2381" y="1059502"/>
            <a:ext cx="9141619"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18" name="Titre 1">
            <a:extLst>
              <a:ext uri="{FF2B5EF4-FFF2-40B4-BE49-F238E27FC236}">
                <a16:creationId xmlns:a16="http://schemas.microsoft.com/office/drawing/2014/main" id="{D9258E8A-9005-689E-E713-0A8CA0297135}"/>
              </a:ext>
            </a:extLst>
          </p:cNvPr>
          <p:cNvSpPr>
            <a:spLocks noGrp="1"/>
          </p:cNvSpPr>
          <p:nvPr>
            <p:ph type="title"/>
          </p:nvPr>
        </p:nvSpPr>
        <p:spPr>
          <a:xfrm>
            <a:off x="2845027" y="245372"/>
            <a:ext cx="4040967" cy="429193"/>
          </a:xfrm>
        </p:spPr>
        <p:txBody>
          <a:bodyPr vert="horz" lIns="68562" tIns="34281" rIns="68562" bIns="34281" rtlCol="0" anchor="ctr">
            <a:normAutofit/>
          </a:bodyPr>
          <a:lstStyle/>
          <a:p>
            <a:pPr algn="ctr"/>
            <a:r>
              <a:rPr lang="fr-FR" altLang="fr-FR" sz="2000" dirty="0">
                <a:solidFill>
                  <a:srgbClr val="002060"/>
                </a:solidFill>
                <a:latin typeface="Algerian" panose="04020705040A02060702" pitchFamily="82" charset="0"/>
                <a:ea typeface="Open Sans Extrabold" panose="020B0606030504020204" pitchFamily="34" charset="0"/>
                <a:cs typeface="Open Sans Extrabold" panose="020B0606030504020204" pitchFamily="34" charset="0"/>
              </a:rPr>
              <a:t>ENTREPRISE CIBLE - CHATGPT  </a:t>
            </a:r>
            <a:endParaRPr lang="fr-FR" altLang="fr-FR" sz="2100" b="1" dirty="0">
              <a:solidFill>
                <a:srgbClr val="002060"/>
              </a:solidFill>
              <a:latin typeface="Algerian" panose="04020705040A02060702" pitchFamily="82" charset="0"/>
              <a:ea typeface="Open Sans Extrabold" panose="020B0606030504020204" pitchFamily="34" charset="0"/>
              <a:cs typeface="Open Sans Extrabold" panose="020B0606030504020204" pitchFamily="34" charset="0"/>
            </a:endParaRPr>
          </a:p>
        </p:txBody>
      </p:sp>
      <p:pic>
        <p:nvPicPr>
          <p:cNvPr id="2" name="Image 1" descr="Une image contenant capture d’écran, cercle, texte, logo&#10;&#10;Le contenu généré par l’IA peut être incorrect.">
            <a:extLst>
              <a:ext uri="{FF2B5EF4-FFF2-40B4-BE49-F238E27FC236}">
                <a16:creationId xmlns:a16="http://schemas.microsoft.com/office/drawing/2014/main" id="{7DB8FD2F-3BA6-5813-7530-57D381766CA2}"/>
              </a:ext>
            </a:extLst>
          </p:cNvPr>
          <p:cNvPicPr>
            <a:picLocks noChangeAspect="1"/>
          </p:cNvPicPr>
          <p:nvPr/>
        </p:nvPicPr>
        <p:blipFill>
          <a:blip r:embed="rId3"/>
          <a:stretch>
            <a:fillRect/>
          </a:stretch>
        </p:blipFill>
        <p:spPr>
          <a:xfrm>
            <a:off x="293669" y="224797"/>
            <a:ext cx="845613" cy="776289"/>
          </a:xfrm>
          <a:prstGeom prst="rect">
            <a:avLst/>
          </a:prstGeom>
          <a:effectLst/>
        </p:spPr>
      </p:pic>
      <p:sp>
        <p:nvSpPr>
          <p:cNvPr id="4" name="ZoneTexte 3">
            <a:extLst>
              <a:ext uri="{FF2B5EF4-FFF2-40B4-BE49-F238E27FC236}">
                <a16:creationId xmlns:a16="http://schemas.microsoft.com/office/drawing/2014/main" id="{E8DA185E-30F1-8357-13BE-3FA8073F8315}"/>
              </a:ext>
            </a:extLst>
          </p:cNvPr>
          <p:cNvSpPr txBox="1"/>
          <p:nvPr/>
        </p:nvSpPr>
        <p:spPr>
          <a:xfrm>
            <a:off x="372910" y="1114106"/>
            <a:ext cx="2952182" cy="2400657"/>
          </a:xfrm>
          <a:prstGeom prst="rect">
            <a:avLst/>
          </a:prstGeom>
          <a:noFill/>
        </p:spPr>
        <p:txBody>
          <a:bodyPr wrap="square" rtlCol="0">
            <a:spAutoFit/>
          </a:bodyPr>
          <a:lstStyle/>
          <a:p>
            <a:r>
              <a:rPr lang="fr-FR" sz="1000" b="1" dirty="0"/>
              <a:t>🏗️ 4️⃣ BTP et matériaux</a:t>
            </a:r>
          </a:p>
          <a:p>
            <a:endParaRPr lang="fr-FR" sz="1000" b="1" dirty="0"/>
          </a:p>
          <a:p>
            <a:r>
              <a:rPr lang="fr-FR" sz="1000" dirty="0"/>
              <a:t>Bon marché pour maintenance machines.</a:t>
            </a:r>
          </a:p>
          <a:p>
            <a:endParaRPr lang="fr-FR" sz="1000" dirty="0"/>
          </a:p>
          <a:p>
            <a:pPr marL="171450" lvl="1" indent="-171450">
              <a:buFont typeface="Wingdings" panose="05000000000000000000" pitchFamily="2" charset="2"/>
              <a:buChar char="v"/>
            </a:pPr>
            <a:r>
              <a:rPr lang="fr-FR" sz="1000" dirty="0"/>
              <a:t>CSE (Compagnie Sahélienne d’Entreprise)</a:t>
            </a:r>
          </a:p>
          <a:p>
            <a:pPr marL="171450" lvl="1" indent="-171450">
              <a:buFont typeface="Wingdings" panose="05000000000000000000" pitchFamily="2" charset="2"/>
              <a:buChar char="v"/>
            </a:pPr>
            <a:r>
              <a:rPr lang="fr-FR" sz="1000" dirty="0" err="1"/>
              <a:t>Teyliom</a:t>
            </a:r>
            <a:r>
              <a:rPr lang="fr-FR" sz="1000" dirty="0"/>
              <a:t> Industrie (</a:t>
            </a:r>
            <a:r>
              <a:rPr lang="fr-FR" sz="1000" dirty="0" err="1"/>
              <a:t>Polytek</a:t>
            </a:r>
            <a:r>
              <a:rPr lang="fr-FR" sz="1000" dirty="0"/>
              <a:t> – PVC) </a:t>
            </a:r>
          </a:p>
          <a:p>
            <a:pPr marL="171450" lvl="1" indent="-171450">
              <a:buFont typeface="Wingdings" panose="05000000000000000000" pitchFamily="2" charset="2"/>
              <a:buChar char="v"/>
            </a:pPr>
            <a:r>
              <a:rPr lang="fr-FR" sz="1000" dirty="0"/>
              <a:t>Ciment du Sahel</a:t>
            </a:r>
          </a:p>
          <a:p>
            <a:pPr marL="171450" lvl="1" indent="-171450">
              <a:buFont typeface="Wingdings" panose="05000000000000000000" pitchFamily="2" charset="2"/>
              <a:buChar char="v"/>
            </a:pPr>
            <a:r>
              <a:rPr lang="fr-FR" sz="1000" dirty="0" err="1"/>
              <a:t>Socometal</a:t>
            </a:r>
            <a:r>
              <a:rPr lang="fr-FR" sz="1000" dirty="0"/>
              <a:t> (métallurgie)</a:t>
            </a:r>
          </a:p>
          <a:p>
            <a:endParaRPr lang="fr-FR" sz="1000" dirty="0"/>
          </a:p>
          <a:p>
            <a:r>
              <a:rPr lang="fr-FR" sz="1000" dirty="0"/>
              <a:t>👉 Besoins :</a:t>
            </a:r>
          </a:p>
          <a:p>
            <a:endParaRPr lang="fr-FR" sz="1000" dirty="0"/>
          </a:p>
          <a:p>
            <a:pPr marL="171450" indent="-171450">
              <a:buFont typeface="Arial" panose="020B0604020202020204" pitchFamily="34" charset="0"/>
              <a:buChar char="•"/>
            </a:pPr>
            <a:r>
              <a:rPr lang="fr-FR" sz="1000" dirty="0"/>
              <a:t>Maintenance machines</a:t>
            </a:r>
          </a:p>
          <a:p>
            <a:pPr marL="171450" indent="-171450">
              <a:buFont typeface="Arial" panose="020B0604020202020204" pitchFamily="34" charset="0"/>
              <a:buChar char="•"/>
            </a:pPr>
            <a:r>
              <a:rPr lang="fr-FR" sz="1000" dirty="0"/>
              <a:t>Organisation maintenance</a:t>
            </a:r>
          </a:p>
          <a:p>
            <a:pPr marL="171450" indent="-171450">
              <a:buFont typeface="Arial" panose="020B0604020202020204" pitchFamily="34" charset="0"/>
              <a:buChar char="•"/>
            </a:pPr>
            <a:r>
              <a:rPr lang="fr-FR" sz="1000" dirty="0"/>
              <a:t>Réduction pannes</a:t>
            </a:r>
            <a:endParaRPr lang="fr-FR" sz="1000" b="1" dirty="0"/>
          </a:p>
          <a:p>
            <a:endParaRPr lang="fr-FR" sz="1000" dirty="0"/>
          </a:p>
        </p:txBody>
      </p:sp>
      <p:sp>
        <p:nvSpPr>
          <p:cNvPr id="7" name="ZoneTexte 6">
            <a:extLst>
              <a:ext uri="{FF2B5EF4-FFF2-40B4-BE49-F238E27FC236}">
                <a16:creationId xmlns:a16="http://schemas.microsoft.com/office/drawing/2014/main" id="{36F5D13F-3377-F315-0212-38DEC8F00BCD}"/>
              </a:ext>
            </a:extLst>
          </p:cNvPr>
          <p:cNvSpPr txBox="1"/>
          <p:nvPr/>
        </p:nvSpPr>
        <p:spPr>
          <a:xfrm>
            <a:off x="6309360" y="1114106"/>
            <a:ext cx="2461730" cy="2708434"/>
          </a:xfrm>
          <a:prstGeom prst="rect">
            <a:avLst/>
          </a:prstGeom>
          <a:noFill/>
        </p:spPr>
        <p:txBody>
          <a:bodyPr wrap="square" rtlCol="0">
            <a:spAutoFit/>
          </a:bodyPr>
          <a:lstStyle/>
          <a:p>
            <a:r>
              <a:rPr lang="fr-FR" sz="1000" b="1" dirty="0">
                <a:latin typeface="Times New Roman" panose="02020603050405020304" pitchFamily="18" charset="0"/>
                <a:cs typeface="Times New Roman" panose="02020603050405020304" pitchFamily="18" charset="0"/>
              </a:rPr>
              <a:t>🎯 Meilleures cibles pour démarrer (très réaliste)</a:t>
            </a:r>
          </a:p>
          <a:p>
            <a:endParaRPr lang="fr-FR" sz="1000" b="1" dirty="0">
              <a:latin typeface="Times New Roman" panose="02020603050405020304" pitchFamily="18" charset="0"/>
              <a:cs typeface="Times New Roman" panose="02020603050405020304" pitchFamily="18" charset="0"/>
            </a:endParaRPr>
          </a:p>
          <a:p>
            <a:r>
              <a:rPr lang="fr-FR" sz="1000" dirty="0">
                <a:latin typeface="Times New Roman" panose="02020603050405020304" pitchFamily="18" charset="0"/>
                <a:cs typeface="Times New Roman" panose="02020603050405020304" pitchFamily="18" charset="0"/>
              </a:rPr>
              <a:t>Si tu fais du méthodes maintenance, commence par :</a:t>
            </a:r>
          </a:p>
          <a:p>
            <a:endParaRPr lang="fr-FR" sz="1000" dirty="0">
              <a:latin typeface="Times New Roman" panose="02020603050405020304" pitchFamily="18" charset="0"/>
              <a:cs typeface="Times New Roman" panose="02020603050405020304" pitchFamily="18" charset="0"/>
            </a:endParaRPr>
          </a:p>
          <a:p>
            <a:pPr marL="171450" indent="-171450">
              <a:buFont typeface="Wingdings" panose="05000000000000000000" pitchFamily="2" charset="2"/>
              <a:buChar char="v"/>
            </a:pPr>
            <a:r>
              <a:rPr lang="fr-FR" sz="1000" dirty="0" err="1">
                <a:latin typeface="Times New Roman" panose="02020603050405020304" pitchFamily="18" charset="0"/>
                <a:cs typeface="Times New Roman" panose="02020603050405020304" pitchFamily="18" charset="0"/>
              </a:rPr>
              <a:t>Sococim</a:t>
            </a:r>
            <a:endParaRPr lang="fr-FR" sz="1000" dirty="0">
              <a:latin typeface="Times New Roman" panose="02020603050405020304" pitchFamily="18" charset="0"/>
              <a:cs typeface="Times New Roman" panose="02020603050405020304" pitchFamily="18" charset="0"/>
            </a:endParaRPr>
          </a:p>
          <a:p>
            <a:pPr marL="171450" indent="-171450">
              <a:buFont typeface="Wingdings" panose="05000000000000000000" pitchFamily="2" charset="2"/>
              <a:buChar char="v"/>
            </a:pPr>
            <a:r>
              <a:rPr lang="fr-FR" sz="1000" dirty="0">
                <a:latin typeface="Times New Roman" panose="02020603050405020304" pitchFamily="18" charset="0"/>
                <a:cs typeface="Times New Roman" panose="02020603050405020304" pitchFamily="18" charset="0"/>
              </a:rPr>
              <a:t>SAR (raffinerie)</a:t>
            </a:r>
          </a:p>
          <a:p>
            <a:pPr marL="171450" indent="-171450">
              <a:buFont typeface="Wingdings" panose="05000000000000000000" pitchFamily="2" charset="2"/>
              <a:buChar char="v"/>
            </a:pPr>
            <a:r>
              <a:rPr lang="fr-FR" sz="1000" dirty="0">
                <a:latin typeface="Times New Roman" panose="02020603050405020304" pitchFamily="18" charset="0"/>
                <a:cs typeface="Times New Roman" panose="02020603050405020304" pitchFamily="18" charset="0"/>
              </a:rPr>
              <a:t>Nestlé / </a:t>
            </a:r>
            <a:r>
              <a:rPr lang="fr-FR" sz="1000" dirty="0" err="1">
                <a:latin typeface="Times New Roman" panose="02020603050405020304" pitchFamily="18" charset="0"/>
                <a:cs typeface="Times New Roman" panose="02020603050405020304" pitchFamily="18" charset="0"/>
              </a:rPr>
              <a:t>Kirène</a:t>
            </a:r>
            <a:endParaRPr lang="fr-FR" sz="1000" dirty="0">
              <a:latin typeface="Times New Roman" panose="02020603050405020304" pitchFamily="18" charset="0"/>
              <a:cs typeface="Times New Roman" panose="02020603050405020304" pitchFamily="18" charset="0"/>
            </a:endParaRPr>
          </a:p>
          <a:p>
            <a:pPr marL="171450" indent="-171450">
              <a:buFont typeface="Wingdings" panose="05000000000000000000" pitchFamily="2" charset="2"/>
              <a:buChar char="v"/>
            </a:pPr>
            <a:r>
              <a:rPr lang="fr-FR" sz="1000" dirty="0">
                <a:latin typeface="Times New Roman" panose="02020603050405020304" pitchFamily="18" charset="0"/>
                <a:cs typeface="Times New Roman" panose="02020603050405020304" pitchFamily="18" charset="0"/>
              </a:rPr>
              <a:t>Air Liquide / Sahel Gaz</a:t>
            </a:r>
          </a:p>
          <a:p>
            <a:pPr marL="171450" indent="-171450">
              <a:buFont typeface="Wingdings" panose="05000000000000000000" pitchFamily="2" charset="2"/>
              <a:buChar char="v"/>
            </a:pPr>
            <a:r>
              <a:rPr lang="fr-FR" sz="1000" dirty="0">
                <a:latin typeface="Times New Roman" panose="02020603050405020304" pitchFamily="18" charset="0"/>
                <a:cs typeface="Times New Roman" panose="02020603050405020304" pitchFamily="18" charset="0"/>
              </a:rPr>
              <a:t>Mines (GCO)</a:t>
            </a:r>
          </a:p>
          <a:p>
            <a:pPr marL="171450" indent="-171450">
              <a:buFont typeface="Wingdings" panose="05000000000000000000" pitchFamily="2" charset="2"/>
              <a:buChar char="v"/>
            </a:pPr>
            <a:r>
              <a:rPr lang="fr-FR" sz="1000" dirty="0">
                <a:latin typeface="Times New Roman" panose="02020603050405020304" pitchFamily="18" charset="0"/>
                <a:cs typeface="Times New Roman" panose="02020603050405020304" pitchFamily="18" charset="0"/>
              </a:rPr>
              <a:t>Ciment du Sahel</a:t>
            </a:r>
          </a:p>
          <a:p>
            <a:pPr marL="171450" indent="-171450">
              <a:buFont typeface="Wingdings" panose="05000000000000000000" pitchFamily="2" charset="2"/>
              <a:buChar char="v"/>
            </a:pPr>
            <a:r>
              <a:rPr lang="fr-FR" sz="1000" dirty="0" err="1">
                <a:latin typeface="Times New Roman" panose="02020603050405020304" pitchFamily="18" charset="0"/>
                <a:cs typeface="Times New Roman" panose="02020603050405020304" pitchFamily="18" charset="0"/>
              </a:rPr>
              <a:t>Suneor</a:t>
            </a:r>
            <a:endParaRPr lang="fr-FR" sz="1000" dirty="0">
              <a:latin typeface="Times New Roman" panose="02020603050405020304" pitchFamily="18" charset="0"/>
              <a:cs typeface="Times New Roman" panose="02020603050405020304" pitchFamily="18" charset="0"/>
            </a:endParaRPr>
          </a:p>
          <a:p>
            <a:endParaRPr lang="fr-FR" sz="1000" dirty="0">
              <a:latin typeface="Times New Roman" panose="02020603050405020304" pitchFamily="18" charset="0"/>
              <a:cs typeface="Times New Roman" panose="02020603050405020304" pitchFamily="18" charset="0"/>
            </a:endParaRPr>
          </a:p>
          <a:p>
            <a:r>
              <a:rPr lang="fr-FR" sz="1000" dirty="0">
                <a:latin typeface="Times New Roman" panose="02020603050405020304" pitchFamily="18" charset="0"/>
                <a:cs typeface="Times New Roman" panose="02020603050405020304" pitchFamily="18" charset="0"/>
              </a:rPr>
              <a:t>👉 Ce sont les entreprises qui ont les budgets maintenance.</a:t>
            </a:r>
          </a:p>
          <a:p>
            <a:endParaRPr lang="fr-FR" sz="1000" dirty="0">
              <a:latin typeface="Times New Roman" panose="02020603050405020304" pitchFamily="18" charset="0"/>
              <a:cs typeface="Times New Roman" panose="02020603050405020304" pitchFamily="18" charset="0"/>
            </a:endParaRPr>
          </a:p>
        </p:txBody>
      </p:sp>
      <p:sp>
        <p:nvSpPr>
          <p:cNvPr id="8" name="ZoneTexte 7">
            <a:extLst>
              <a:ext uri="{FF2B5EF4-FFF2-40B4-BE49-F238E27FC236}">
                <a16:creationId xmlns:a16="http://schemas.microsoft.com/office/drawing/2014/main" id="{F628EBC2-9A7D-4E35-44EE-625B8341AAF5}"/>
              </a:ext>
            </a:extLst>
          </p:cNvPr>
          <p:cNvSpPr txBox="1"/>
          <p:nvPr/>
        </p:nvSpPr>
        <p:spPr>
          <a:xfrm>
            <a:off x="3246732" y="1114106"/>
            <a:ext cx="3062628" cy="1938992"/>
          </a:xfrm>
          <a:prstGeom prst="rect">
            <a:avLst/>
          </a:prstGeom>
          <a:noFill/>
        </p:spPr>
        <p:txBody>
          <a:bodyPr wrap="square" rtlCol="0">
            <a:spAutoFit/>
          </a:bodyPr>
          <a:lstStyle/>
          <a:p>
            <a:r>
              <a:rPr lang="fr-FR" sz="1000" b="1" dirty="0"/>
              <a:t>⛏️ 5️⃣ Mines et industries extractives</a:t>
            </a:r>
          </a:p>
          <a:p>
            <a:endParaRPr lang="fr-FR" sz="1000" b="1" dirty="0"/>
          </a:p>
          <a:p>
            <a:r>
              <a:rPr lang="fr-FR" sz="1000" dirty="0"/>
              <a:t>Très bon marché pour prestations méthodes.</a:t>
            </a:r>
          </a:p>
          <a:p>
            <a:endParaRPr lang="fr-FR" sz="1000" dirty="0"/>
          </a:p>
          <a:p>
            <a:pPr marL="171450" indent="-171450">
              <a:buFont typeface="Wingdings" panose="05000000000000000000" pitchFamily="2" charset="2"/>
              <a:buChar char="v"/>
            </a:pPr>
            <a:r>
              <a:rPr lang="fr-FR" sz="1000" b="1" dirty="0"/>
              <a:t>Grande Côte Operations</a:t>
            </a:r>
            <a:r>
              <a:rPr lang="fr-FR" sz="1000" dirty="0"/>
              <a:t> – exploitation minière</a:t>
            </a:r>
          </a:p>
          <a:p>
            <a:r>
              <a:rPr lang="fr-FR" sz="1000" dirty="0"/>
              <a:t> </a:t>
            </a:r>
          </a:p>
          <a:p>
            <a:r>
              <a:rPr lang="fr-FR" sz="1000" dirty="0"/>
              <a:t>👉 Très gros potentiel :</a:t>
            </a:r>
          </a:p>
          <a:p>
            <a:endParaRPr lang="fr-FR" sz="1000" dirty="0"/>
          </a:p>
          <a:p>
            <a:pPr marL="171450" indent="-171450">
              <a:buFont typeface="Arial" panose="020B0604020202020204" pitchFamily="34" charset="0"/>
              <a:buChar char="•"/>
            </a:pPr>
            <a:r>
              <a:rPr lang="fr-FR" sz="1000" dirty="0"/>
              <a:t>Fiabilité équipements</a:t>
            </a:r>
          </a:p>
          <a:p>
            <a:pPr marL="171450" indent="-171450">
              <a:buFont typeface="Arial" panose="020B0604020202020204" pitchFamily="34" charset="0"/>
              <a:buChar char="•"/>
            </a:pPr>
            <a:r>
              <a:rPr lang="fr-FR" sz="1000" dirty="0"/>
              <a:t>Maintenance lourde</a:t>
            </a:r>
          </a:p>
          <a:p>
            <a:pPr marL="171450" indent="-171450">
              <a:buFont typeface="Arial" panose="020B0604020202020204" pitchFamily="34" charset="0"/>
              <a:buChar char="•"/>
            </a:pPr>
            <a:r>
              <a:rPr lang="fr-FR" sz="1000" dirty="0"/>
              <a:t>Amélioration performance</a:t>
            </a:r>
          </a:p>
          <a:p>
            <a:endParaRPr lang="fr-FR" sz="1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940281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Shape 265">
          <a:extLst>
            <a:ext uri="{FF2B5EF4-FFF2-40B4-BE49-F238E27FC236}">
              <a16:creationId xmlns:a16="http://schemas.microsoft.com/office/drawing/2014/main" id="{E9010B61-B1C7-5B4C-1CA8-841A8EA1D267}"/>
            </a:ext>
          </a:extLst>
        </p:cNvPr>
        <p:cNvGrpSpPr/>
        <p:nvPr/>
      </p:nvGrpSpPr>
      <p:grpSpPr>
        <a:xfrm>
          <a:off x="0" y="0"/>
          <a:ext cx="0" cy="0"/>
          <a:chOff x="0" y="0"/>
          <a:chExt cx="0" cy="0"/>
        </a:xfrm>
      </p:grpSpPr>
      <p:sp>
        <p:nvSpPr>
          <p:cNvPr id="267" name="Google Shape;267;p33">
            <a:extLst>
              <a:ext uri="{FF2B5EF4-FFF2-40B4-BE49-F238E27FC236}">
                <a16:creationId xmlns:a16="http://schemas.microsoft.com/office/drawing/2014/main" id="{0DE988A4-E2D7-027C-DD09-476013E6E0BE}"/>
              </a:ext>
            </a:extLst>
          </p:cNvPr>
          <p:cNvSpPr txBox="1">
            <a:spLocks noGrp="1"/>
          </p:cNvSpPr>
          <p:nvPr>
            <p:ph type="title"/>
          </p:nvPr>
        </p:nvSpPr>
        <p:spPr>
          <a:xfrm>
            <a:off x="719999" y="15384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FR" sz="2000" dirty="0">
                <a:latin typeface="Times New Roman" panose="02020603050405020304" pitchFamily="18" charset="0"/>
                <a:cs typeface="Times New Roman" panose="02020603050405020304" pitchFamily="18" charset="0"/>
              </a:rPr>
              <a:t>CONTACTS COMMERCIAUX</a:t>
            </a:r>
          </a:p>
        </p:txBody>
      </p:sp>
      <p:sp>
        <p:nvSpPr>
          <p:cNvPr id="10" name="Ruban : incliné vers le bas 9">
            <a:extLst>
              <a:ext uri="{FF2B5EF4-FFF2-40B4-BE49-F238E27FC236}">
                <a16:creationId xmlns:a16="http://schemas.microsoft.com/office/drawing/2014/main" id="{A859082B-D952-A20D-0AE0-A002CCC75AB0}"/>
              </a:ext>
            </a:extLst>
          </p:cNvPr>
          <p:cNvSpPr/>
          <p:nvPr/>
        </p:nvSpPr>
        <p:spPr>
          <a:xfrm>
            <a:off x="1949288" y="583582"/>
            <a:ext cx="5245421" cy="142963"/>
          </a:xfrm>
          <a:prstGeom prst="ribbon">
            <a:avLst/>
          </a:prstGeom>
          <a:solidFill>
            <a:srgbClr val="00206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rgbClr val="002060"/>
              </a:solidFill>
            </a:endParaRPr>
          </a:p>
        </p:txBody>
      </p:sp>
      <p:sp>
        <p:nvSpPr>
          <p:cNvPr id="5" name="ZoneTexte 4">
            <a:extLst>
              <a:ext uri="{FF2B5EF4-FFF2-40B4-BE49-F238E27FC236}">
                <a16:creationId xmlns:a16="http://schemas.microsoft.com/office/drawing/2014/main" id="{36AC7CD3-D62D-235F-A74F-7B164A5921B3}"/>
              </a:ext>
            </a:extLst>
          </p:cNvPr>
          <p:cNvSpPr txBox="1"/>
          <p:nvPr/>
        </p:nvSpPr>
        <p:spPr>
          <a:xfrm>
            <a:off x="344705" y="1163260"/>
            <a:ext cx="8447094" cy="2609689"/>
          </a:xfrm>
          <a:prstGeom prst="rect">
            <a:avLst/>
          </a:prstGeom>
          <a:noFill/>
        </p:spPr>
        <p:txBody>
          <a:bodyPr wrap="square">
            <a:spAutoFit/>
          </a:bodyPr>
          <a:lstStyle/>
          <a:p>
            <a:pPr defTabSz="685800">
              <a:lnSpc>
                <a:spcPts val="956"/>
              </a:lnSpc>
              <a:buClrTx/>
            </a:pPr>
            <a:endParaRPr lang="fr-FR" sz="1800" b="1" i="1" kern="1200" dirty="0">
              <a:solidFill>
                <a:srgbClr val="002060"/>
              </a:solidFill>
              <a:latin typeface="Times New Roman" panose="02020603050405020304" pitchFamily="18" charset="0"/>
              <a:ea typeface="+mn-ea"/>
              <a:cs typeface="Times New Roman" panose="02020603050405020304" pitchFamily="18" charset="0"/>
            </a:endParaRPr>
          </a:p>
          <a:p>
            <a:pPr defTabSz="685800">
              <a:lnSpc>
                <a:spcPts val="956"/>
              </a:lnSpc>
              <a:buClrTx/>
            </a:pPr>
            <a:endParaRPr lang="fr-FR" sz="1349" kern="1200" dirty="0">
              <a:solidFill>
                <a:srgbClr val="0069B4"/>
              </a:solidFill>
              <a:latin typeface="Times New Roman" panose="02020603050405020304" pitchFamily="18" charset="0"/>
              <a:ea typeface="+mn-ea"/>
              <a:cs typeface="Times New Roman" panose="02020603050405020304" pitchFamily="18" charset="0"/>
            </a:endParaRPr>
          </a:p>
          <a:p>
            <a:pPr defTabSz="685800">
              <a:buClrTx/>
            </a:pPr>
            <a:endParaRPr lang="fr-FR" sz="1349" kern="1200" dirty="0">
              <a:solidFill>
                <a:srgbClr val="0069B4"/>
              </a:solidFill>
              <a:latin typeface="Times New Roman" panose="02020603050405020304" pitchFamily="18" charset="0"/>
              <a:ea typeface="+mn-ea"/>
              <a:cs typeface="Times New Roman" panose="02020603050405020304" pitchFamily="18" charset="0"/>
            </a:endParaRPr>
          </a:p>
          <a:p>
            <a:pPr defTabSz="685800">
              <a:buClrTx/>
            </a:pPr>
            <a:endParaRPr lang="fr-FR" sz="1349" kern="1200" dirty="0">
              <a:solidFill>
                <a:srgbClr val="0069B4"/>
              </a:solidFill>
              <a:latin typeface="Times New Roman" panose="02020603050405020304" pitchFamily="18" charset="0"/>
              <a:ea typeface="+mn-ea"/>
              <a:cs typeface="Times New Roman" panose="02020603050405020304" pitchFamily="18" charset="0"/>
            </a:endParaRPr>
          </a:p>
          <a:p>
            <a:pPr defTabSz="685800">
              <a:buClrTx/>
            </a:pPr>
            <a:endParaRPr lang="fr-FR" sz="1349" kern="1200" dirty="0">
              <a:solidFill>
                <a:srgbClr val="0069B4"/>
              </a:solidFill>
              <a:latin typeface="Times New Roman" panose="02020603050405020304" pitchFamily="18" charset="0"/>
              <a:ea typeface="+mn-ea"/>
              <a:cs typeface="Times New Roman" panose="02020603050405020304" pitchFamily="18" charset="0"/>
            </a:endParaRPr>
          </a:p>
          <a:p>
            <a:pPr defTabSz="685800">
              <a:buClrTx/>
            </a:pPr>
            <a:endParaRPr lang="fr-FR" sz="1349" kern="1200" dirty="0">
              <a:solidFill>
                <a:srgbClr val="0069B4"/>
              </a:solidFill>
              <a:latin typeface="Times New Roman" panose="02020603050405020304" pitchFamily="18" charset="0"/>
              <a:ea typeface="+mn-ea"/>
              <a:cs typeface="Times New Roman" panose="02020603050405020304" pitchFamily="18" charset="0"/>
            </a:endParaRPr>
          </a:p>
          <a:p>
            <a:pPr defTabSz="685800">
              <a:buClrTx/>
            </a:pPr>
            <a:endParaRPr lang="fr-FR" sz="1349" kern="1200" dirty="0">
              <a:solidFill>
                <a:srgbClr val="0069B4"/>
              </a:solidFill>
              <a:latin typeface="Times New Roman" panose="02020603050405020304" pitchFamily="18" charset="0"/>
              <a:ea typeface="+mn-ea"/>
              <a:cs typeface="Times New Roman" panose="02020603050405020304" pitchFamily="18" charset="0"/>
            </a:endParaRPr>
          </a:p>
          <a:p>
            <a:pPr defTabSz="685800">
              <a:buClrTx/>
            </a:pPr>
            <a:endParaRPr lang="fr-FR" sz="1349" kern="1200" dirty="0">
              <a:solidFill>
                <a:srgbClr val="0069B4"/>
              </a:solidFill>
              <a:latin typeface="Times New Roman" panose="02020603050405020304" pitchFamily="18" charset="0"/>
              <a:ea typeface="+mn-ea"/>
              <a:cs typeface="Times New Roman" panose="02020603050405020304" pitchFamily="18" charset="0"/>
            </a:endParaRPr>
          </a:p>
          <a:p>
            <a:pPr defTabSz="685800">
              <a:buClrTx/>
            </a:pPr>
            <a:endParaRPr lang="fr-FR" sz="1349" kern="1200" dirty="0">
              <a:solidFill>
                <a:srgbClr val="0069B4"/>
              </a:solidFill>
              <a:latin typeface="Times New Roman" panose="02020603050405020304" pitchFamily="18" charset="0"/>
              <a:ea typeface="+mn-ea"/>
              <a:cs typeface="Times New Roman" panose="02020603050405020304" pitchFamily="18" charset="0"/>
            </a:endParaRPr>
          </a:p>
          <a:p>
            <a:pPr defTabSz="685800">
              <a:buClrTx/>
            </a:pPr>
            <a:endParaRPr lang="fr-FR" sz="1349" kern="1200" dirty="0">
              <a:solidFill>
                <a:srgbClr val="0069B4"/>
              </a:solidFill>
              <a:latin typeface="Times New Roman" panose="02020603050405020304" pitchFamily="18" charset="0"/>
              <a:ea typeface="+mn-ea"/>
              <a:cs typeface="Times New Roman" panose="02020603050405020304" pitchFamily="18" charset="0"/>
            </a:endParaRPr>
          </a:p>
          <a:p>
            <a:pPr defTabSz="685800">
              <a:buClrTx/>
            </a:pPr>
            <a:endParaRPr lang="fr-FR" sz="1349" b="1" u="sng" kern="1200" dirty="0">
              <a:solidFill>
                <a:srgbClr val="002060"/>
              </a:solidFill>
              <a:latin typeface="Times New Roman" panose="02020603050405020304" pitchFamily="18" charset="0"/>
              <a:ea typeface="+mn-ea"/>
              <a:cs typeface="Times New Roman" panose="02020603050405020304" pitchFamily="18" charset="0"/>
            </a:endParaRPr>
          </a:p>
          <a:p>
            <a:pPr defTabSz="685800">
              <a:buClrTx/>
            </a:pPr>
            <a:endParaRPr lang="fr-FR" sz="1200" kern="1200" dirty="0">
              <a:solidFill>
                <a:srgbClr val="0069B4"/>
              </a:solidFill>
              <a:latin typeface="Times New Roman" panose="02020603050405020304" pitchFamily="18" charset="0"/>
              <a:ea typeface="+mn-ea"/>
              <a:cs typeface="Times New Roman" panose="02020603050405020304" pitchFamily="18" charset="0"/>
            </a:endParaRPr>
          </a:p>
          <a:p>
            <a:pPr defTabSz="685800">
              <a:buClrTx/>
            </a:pPr>
            <a:endParaRPr lang="fr-FR" sz="1349" kern="1200" dirty="0">
              <a:solidFill>
                <a:srgbClr val="0069B4"/>
              </a:solidFill>
              <a:latin typeface="Open Sans" panose="020B0606030504020204" pitchFamily="34" charset="0"/>
              <a:ea typeface="+mn-ea"/>
              <a:cs typeface="+mn-cs"/>
            </a:endParaRPr>
          </a:p>
        </p:txBody>
      </p:sp>
      <p:graphicFrame>
        <p:nvGraphicFramePr>
          <p:cNvPr id="6" name="Tableau 5">
            <a:extLst>
              <a:ext uri="{FF2B5EF4-FFF2-40B4-BE49-F238E27FC236}">
                <a16:creationId xmlns:a16="http://schemas.microsoft.com/office/drawing/2014/main" id="{E9E1AABB-8FEF-675A-F4FB-B99B2044698E}"/>
              </a:ext>
            </a:extLst>
          </p:cNvPr>
          <p:cNvGraphicFramePr>
            <a:graphicFrameLocks noGrp="1"/>
          </p:cNvGraphicFramePr>
          <p:nvPr>
            <p:extLst>
              <p:ext uri="{D42A27DB-BD31-4B8C-83A1-F6EECF244321}">
                <p14:modId xmlns:p14="http://schemas.microsoft.com/office/powerpoint/2010/main" val="3722307828"/>
              </p:ext>
            </p:extLst>
          </p:nvPr>
        </p:nvGraphicFramePr>
        <p:xfrm>
          <a:off x="3486312" y="1370005"/>
          <a:ext cx="2634050" cy="973138"/>
        </p:xfrm>
        <a:graphic>
          <a:graphicData uri="http://schemas.openxmlformats.org/drawingml/2006/table">
            <a:tbl>
              <a:tblPr firstRow="1" firstCol="1" bandRow="1">
                <a:tableStyleId>{5C22544A-7EE6-4342-B048-85BDC9FD1C3A}</a:tableStyleId>
              </a:tblPr>
              <a:tblGrid>
                <a:gridCol w="723053">
                  <a:extLst>
                    <a:ext uri="{9D8B030D-6E8A-4147-A177-3AD203B41FA5}">
                      <a16:colId xmlns:a16="http://schemas.microsoft.com/office/drawing/2014/main" val="193549744"/>
                    </a:ext>
                  </a:extLst>
                </a:gridCol>
                <a:gridCol w="1910997">
                  <a:extLst>
                    <a:ext uri="{9D8B030D-6E8A-4147-A177-3AD203B41FA5}">
                      <a16:colId xmlns:a16="http://schemas.microsoft.com/office/drawing/2014/main" val="2404924283"/>
                    </a:ext>
                  </a:extLst>
                </a:gridCol>
              </a:tblGrid>
              <a:tr h="852188">
                <a:tc>
                  <a:txBody>
                    <a:bodyPr/>
                    <a:lstStyle/>
                    <a:p>
                      <a:pPr>
                        <a:lnSpc>
                          <a:spcPts val="1275"/>
                        </a:lnSpc>
                      </a:pPr>
                      <a:endParaRPr lang="fr-FR" sz="80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1419" marR="0" marT="0" marB="85703" anchor="ctr">
                    <a:noFill/>
                  </a:tcPr>
                </a:tc>
                <a:tc>
                  <a:txBody>
                    <a:bodyPr/>
                    <a:lstStyle/>
                    <a:p>
                      <a:pPr>
                        <a:lnSpc>
                          <a:spcPts val="1275"/>
                        </a:lnSpc>
                      </a:pPr>
                      <a:r>
                        <a:rPr lang="fr-FR" sz="800" dirty="0">
                          <a:solidFill>
                            <a:srgbClr val="002060"/>
                          </a:solidFill>
                          <a:effectLst/>
                          <a:latin typeface="Times New Roman" panose="02020603050405020304" pitchFamily="18" charset="0"/>
                          <a:cs typeface="Times New Roman" panose="02020603050405020304" pitchFamily="18" charset="0"/>
                        </a:rPr>
                        <a:t>Moustapha NIANG</a:t>
                      </a:r>
                    </a:p>
                    <a:p>
                      <a:pPr>
                        <a:lnSpc>
                          <a:spcPts val="1275"/>
                        </a:lnSpc>
                      </a:pPr>
                      <a:r>
                        <a:rPr lang="fr-FR" sz="800" dirty="0">
                          <a:solidFill>
                            <a:srgbClr val="002060"/>
                          </a:solidFill>
                          <a:effectLst/>
                          <a:latin typeface="Times New Roman" panose="02020603050405020304" pitchFamily="18" charset="0"/>
                          <a:cs typeface="Times New Roman" panose="02020603050405020304" pitchFamily="18" charset="0"/>
                        </a:rPr>
                        <a:t>Responsable site &amp; Méthodes</a:t>
                      </a:r>
                    </a:p>
                    <a:p>
                      <a:pPr>
                        <a:lnSpc>
                          <a:spcPts val="1275"/>
                        </a:lnSpc>
                      </a:pPr>
                      <a:r>
                        <a:rPr lang="fr-FR" sz="800" dirty="0">
                          <a:solidFill>
                            <a:srgbClr val="002060"/>
                          </a:solidFill>
                          <a:effectLst/>
                          <a:latin typeface="Times New Roman" panose="02020603050405020304" pitchFamily="18" charset="0"/>
                          <a:cs typeface="Times New Roman" panose="02020603050405020304" pitchFamily="18" charset="0"/>
                        </a:rPr>
                        <a:t>Tel. +221 77 815 92 45</a:t>
                      </a:r>
                    </a:p>
                    <a:p>
                      <a:pPr marL="0" algn="l" defTabSz="914400" rtl="0" eaLnBrk="1" latinLnBrk="0" hangingPunct="1">
                        <a:lnSpc>
                          <a:spcPts val="1275"/>
                        </a:lnSpc>
                      </a:pPr>
                      <a:r>
                        <a:rPr lang="fr-FR" sz="800" b="1" kern="1200" dirty="0">
                          <a:solidFill>
                            <a:srgbClr val="002060"/>
                          </a:solidFill>
                          <a:effectLst/>
                          <a:latin typeface="Times New Roman" panose="02020603050405020304" pitchFamily="18" charset="0"/>
                          <a:ea typeface="+mn-ea"/>
                          <a:cs typeface="Times New Roman" panose="02020603050405020304" pitchFamily="18" charset="0"/>
                          <a:hlinkClick r:id="rId3">
                            <a:extLst>
                              <a:ext uri="{A12FA001-AC4F-418D-AE19-62706E023703}">
                                <ahyp:hlinkClr xmlns:ahyp="http://schemas.microsoft.com/office/drawing/2018/hyperlinkcolor" val="tx"/>
                              </a:ext>
                            </a:extLst>
                          </a:hlinkClick>
                        </a:rPr>
                        <a:t>moustapha.niang@immeit.com</a:t>
                      </a:r>
                      <a:endParaRPr lang="fr-FR" sz="800" b="1" kern="1200" dirty="0">
                        <a:solidFill>
                          <a:srgbClr val="002060"/>
                        </a:solidFill>
                        <a:effectLst/>
                        <a:latin typeface="Times New Roman" panose="02020603050405020304" pitchFamily="18" charset="0"/>
                        <a:ea typeface="+mn-ea"/>
                        <a:cs typeface="Times New Roman" panose="02020603050405020304" pitchFamily="18" charset="0"/>
                      </a:endParaRPr>
                    </a:p>
                    <a:p>
                      <a:pPr>
                        <a:lnSpc>
                          <a:spcPts val="1275"/>
                        </a:lnSpc>
                      </a:pPr>
                      <a:r>
                        <a:rPr lang="fr-FR" sz="800" b="1" kern="1200" dirty="0">
                          <a:solidFill>
                            <a:srgbClr val="002060"/>
                          </a:solidFill>
                          <a:effectLst/>
                          <a:latin typeface="Times New Roman" panose="02020603050405020304" pitchFamily="18" charset="0"/>
                          <a:ea typeface="+mn-ea"/>
                          <a:cs typeface="Times New Roman" panose="02020603050405020304" pitchFamily="18" charset="0"/>
                        </a:rPr>
                        <a:t>Cité Safco Niacoulrab, villa N°40</a:t>
                      </a:r>
                    </a:p>
                    <a:p>
                      <a:pPr>
                        <a:lnSpc>
                          <a:spcPts val="1275"/>
                        </a:lnSpc>
                      </a:pPr>
                      <a:r>
                        <a:rPr lang="fr-FR" sz="800" b="1" kern="1200" dirty="0">
                          <a:solidFill>
                            <a:srgbClr val="002060"/>
                          </a:solidFill>
                          <a:effectLst/>
                          <a:latin typeface="Times New Roman" panose="02020603050405020304" pitchFamily="18" charset="0"/>
                          <a:ea typeface="+mn-ea"/>
                          <a:cs typeface="Times New Roman" panose="02020603050405020304" pitchFamily="18" charset="0"/>
                        </a:rPr>
                        <a:t>11515 Keur Massar, Dakar</a:t>
                      </a:r>
                    </a:p>
                  </a:txBody>
                  <a:tcPr marL="0" marR="71419" marT="0" marB="0">
                    <a:noFill/>
                  </a:tcPr>
                </a:tc>
                <a:extLst>
                  <a:ext uri="{0D108BD9-81ED-4DB2-BD59-A6C34878D82A}">
                    <a16:rowId xmlns:a16="http://schemas.microsoft.com/office/drawing/2014/main" val="506255430"/>
                  </a:ext>
                </a:extLst>
              </a:tr>
            </a:tbl>
          </a:graphicData>
        </a:graphic>
      </p:graphicFrame>
      <p:graphicFrame>
        <p:nvGraphicFramePr>
          <p:cNvPr id="7" name="Tableau 6">
            <a:extLst>
              <a:ext uri="{FF2B5EF4-FFF2-40B4-BE49-F238E27FC236}">
                <a16:creationId xmlns:a16="http://schemas.microsoft.com/office/drawing/2014/main" id="{31A44959-B34C-4918-2007-F59A333FAC1D}"/>
              </a:ext>
            </a:extLst>
          </p:cNvPr>
          <p:cNvGraphicFramePr>
            <a:graphicFrameLocks noGrp="1"/>
          </p:cNvGraphicFramePr>
          <p:nvPr>
            <p:extLst>
              <p:ext uri="{D42A27DB-BD31-4B8C-83A1-F6EECF244321}">
                <p14:modId xmlns:p14="http://schemas.microsoft.com/office/powerpoint/2010/main" val="1300723515"/>
              </p:ext>
            </p:extLst>
          </p:nvPr>
        </p:nvGraphicFramePr>
        <p:xfrm>
          <a:off x="666847" y="1392459"/>
          <a:ext cx="2405419" cy="852188"/>
        </p:xfrm>
        <a:graphic>
          <a:graphicData uri="http://schemas.openxmlformats.org/drawingml/2006/table">
            <a:tbl>
              <a:tblPr firstRow="1" firstCol="1" bandRow="1">
                <a:tableStyleId>{5C22544A-7EE6-4342-B048-85BDC9FD1C3A}</a:tableStyleId>
              </a:tblPr>
              <a:tblGrid>
                <a:gridCol w="660293">
                  <a:extLst>
                    <a:ext uri="{9D8B030D-6E8A-4147-A177-3AD203B41FA5}">
                      <a16:colId xmlns:a16="http://schemas.microsoft.com/office/drawing/2014/main" val="193549744"/>
                    </a:ext>
                  </a:extLst>
                </a:gridCol>
                <a:gridCol w="1745126">
                  <a:extLst>
                    <a:ext uri="{9D8B030D-6E8A-4147-A177-3AD203B41FA5}">
                      <a16:colId xmlns:a16="http://schemas.microsoft.com/office/drawing/2014/main" val="2404924283"/>
                    </a:ext>
                  </a:extLst>
                </a:gridCol>
              </a:tblGrid>
              <a:tr h="852188">
                <a:tc>
                  <a:txBody>
                    <a:bodyPr/>
                    <a:lstStyle/>
                    <a:p>
                      <a:pPr>
                        <a:lnSpc>
                          <a:spcPts val="1275"/>
                        </a:lnSpc>
                      </a:pPr>
                      <a:endParaRPr lang="fr-FR" sz="600">
                        <a:solidFill>
                          <a:srgbClr val="002060"/>
                        </a:solidFill>
                        <a:effectLst/>
                        <a:latin typeface="Open Sans" panose="020B0606030504020204" pitchFamily="34" charset="0"/>
                        <a:ea typeface="Times New Roman" panose="02020603050405020304" pitchFamily="18" charset="0"/>
                        <a:cs typeface="Times New Roman" panose="02020603050405020304" pitchFamily="18" charset="0"/>
                      </a:endParaRPr>
                    </a:p>
                  </a:txBody>
                  <a:tcPr marL="71419" marR="0" marT="0" marB="85703" anchor="ctr">
                    <a:noFill/>
                  </a:tcPr>
                </a:tc>
                <a:tc>
                  <a:txBody>
                    <a:bodyPr/>
                    <a:lstStyle/>
                    <a:p>
                      <a:pPr>
                        <a:lnSpc>
                          <a:spcPts val="1275"/>
                        </a:lnSpc>
                      </a:pPr>
                      <a:r>
                        <a:rPr lang="fr-FR" sz="800" dirty="0">
                          <a:solidFill>
                            <a:srgbClr val="002060"/>
                          </a:solidFill>
                          <a:effectLst/>
                          <a:latin typeface="Times New Roman" panose="02020603050405020304" pitchFamily="18" charset="0"/>
                          <a:cs typeface="Times New Roman" panose="02020603050405020304" pitchFamily="18" charset="0"/>
                        </a:rPr>
                        <a:t>Yelli NIANG</a:t>
                      </a:r>
                      <a:br>
                        <a:rPr lang="fr-FR" sz="800" dirty="0">
                          <a:solidFill>
                            <a:srgbClr val="002060"/>
                          </a:solidFill>
                          <a:effectLst/>
                          <a:latin typeface="Times New Roman" panose="02020603050405020304" pitchFamily="18" charset="0"/>
                          <a:cs typeface="Times New Roman" panose="02020603050405020304" pitchFamily="18" charset="0"/>
                        </a:rPr>
                      </a:br>
                      <a:r>
                        <a:rPr lang="fr-FR" sz="800" dirty="0">
                          <a:solidFill>
                            <a:srgbClr val="002060"/>
                          </a:solidFill>
                          <a:effectLst/>
                          <a:latin typeface="Times New Roman" panose="02020603050405020304" pitchFamily="18" charset="0"/>
                          <a:cs typeface="Times New Roman" panose="02020603050405020304" pitchFamily="18" charset="0"/>
                        </a:rPr>
                        <a:t>Président directeur général  </a:t>
                      </a:r>
                    </a:p>
                    <a:p>
                      <a:pPr>
                        <a:lnSpc>
                          <a:spcPts val="1275"/>
                        </a:lnSpc>
                      </a:pPr>
                      <a:r>
                        <a:rPr lang="fr-FR" sz="800" dirty="0">
                          <a:solidFill>
                            <a:srgbClr val="002060"/>
                          </a:solidFill>
                          <a:effectLst/>
                          <a:latin typeface="Times New Roman" panose="02020603050405020304" pitchFamily="18" charset="0"/>
                          <a:cs typeface="Times New Roman" panose="02020603050405020304" pitchFamily="18" charset="0"/>
                        </a:rPr>
                        <a:t>Tel. +33 (0)</a:t>
                      </a:r>
                      <a:r>
                        <a:rPr lang="fr-FR" sz="800" spc="-5" dirty="0">
                          <a:solidFill>
                            <a:srgbClr val="002060"/>
                          </a:solidFill>
                          <a:effectLst/>
                          <a:latin typeface="Times New Roman" panose="02020603050405020304" pitchFamily="18" charset="0"/>
                          <a:cs typeface="Times New Roman" panose="02020603050405020304" pitchFamily="18" charset="0"/>
                        </a:rPr>
                        <a:t> 7</a:t>
                      </a:r>
                      <a:r>
                        <a:rPr lang="fr-FR" sz="800" dirty="0">
                          <a:solidFill>
                            <a:srgbClr val="002060"/>
                          </a:solidFill>
                          <a:effectLst/>
                          <a:latin typeface="Times New Roman" panose="02020603050405020304" pitchFamily="18" charset="0"/>
                          <a:cs typeface="Times New Roman" panose="02020603050405020304" pitchFamily="18" charset="0"/>
                        </a:rPr>
                        <a:t> 54 01 19 45</a:t>
                      </a:r>
                      <a:br>
                        <a:rPr lang="fr-FR" sz="800" dirty="0">
                          <a:solidFill>
                            <a:srgbClr val="002060"/>
                          </a:solidFill>
                          <a:effectLst/>
                          <a:latin typeface="Times New Roman" panose="02020603050405020304" pitchFamily="18" charset="0"/>
                          <a:cs typeface="Times New Roman" panose="02020603050405020304" pitchFamily="18" charset="0"/>
                        </a:rPr>
                      </a:br>
                      <a:r>
                        <a:rPr lang="fr-FR" sz="800" u="sng" dirty="0">
                          <a:solidFill>
                            <a:srgbClr val="002060"/>
                          </a:solidFill>
                          <a:effectLst/>
                          <a:latin typeface="Times New Roman" panose="02020603050405020304" pitchFamily="18" charset="0"/>
                          <a:cs typeface="Times New Roman" panose="02020603050405020304" pitchFamily="18" charset="0"/>
                        </a:rPr>
                        <a:t>yelli.niang@immeit.com</a:t>
                      </a:r>
                      <a:br>
                        <a:rPr lang="fr-FR" sz="800" dirty="0">
                          <a:solidFill>
                            <a:srgbClr val="002060"/>
                          </a:solidFill>
                          <a:effectLst/>
                          <a:latin typeface="Times New Roman" panose="02020603050405020304" pitchFamily="18" charset="0"/>
                          <a:cs typeface="Times New Roman" panose="02020603050405020304" pitchFamily="18" charset="0"/>
                        </a:rPr>
                      </a:br>
                      <a:r>
                        <a:rPr lang="fr-FR" sz="800" dirty="0">
                          <a:solidFill>
                            <a:srgbClr val="002060"/>
                          </a:solidFill>
                          <a:effectLst/>
                          <a:latin typeface="Times New Roman" panose="02020603050405020304" pitchFamily="18" charset="0"/>
                          <a:cs typeface="Times New Roman" panose="02020603050405020304" pitchFamily="18" charset="0"/>
                        </a:rPr>
                        <a:t>Paris</a:t>
                      </a:r>
                      <a:r>
                        <a:rPr lang="fr-FR" sz="800"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France</a:t>
                      </a:r>
                    </a:p>
                  </a:txBody>
                  <a:tcPr marL="0" marR="71419" marT="0" marB="0">
                    <a:noFill/>
                  </a:tcPr>
                </a:tc>
                <a:extLst>
                  <a:ext uri="{0D108BD9-81ED-4DB2-BD59-A6C34878D82A}">
                    <a16:rowId xmlns:a16="http://schemas.microsoft.com/office/drawing/2014/main" val="506255430"/>
                  </a:ext>
                </a:extLst>
              </a:tr>
            </a:tbl>
          </a:graphicData>
        </a:graphic>
      </p:graphicFrame>
      <p:sp>
        <p:nvSpPr>
          <p:cNvPr id="46" name="Rectangle : coins arrondis 45">
            <a:extLst>
              <a:ext uri="{FF2B5EF4-FFF2-40B4-BE49-F238E27FC236}">
                <a16:creationId xmlns:a16="http://schemas.microsoft.com/office/drawing/2014/main" id="{B3B0D389-B928-E2EA-1C97-12E7844D2CCD}"/>
              </a:ext>
            </a:extLst>
          </p:cNvPr>
          <p:cNvSpPr/>
          <p:nvPr/>
        </p:nvSpPr>
        <p:spPr>
          <a:xfrm>
            <a:off x="282857" y="1220621"/>
            <a:ext cx="2797681" cy="1261817"/>
          </a:xfrm>
          <a:prstGeom prst="roundRect">
            <a:avLst/>
          </a:prstGeom>
          <a:noFill/>
          <a:ln w="38100">
            <a:solidFill>
              <a:srgbClr val="002060"/>
            </a:solid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fr-FR" dirty="0">
              <a:noFill/>
            </a:endParaRPr>
          </a:p>
        </p:txBody>
      </p:sp>
      <p:sp>
        <p:nvSpPr>
          <p:cNvPr id="47" name="Rectangle : coins arrondis 46">
            <a:extLst>
              <a:ext uri="{FF2B5EF4-FFF2-40B4-BE49-F238E27FC236}">
                <a16:creationId xmlns:a16="http://schemas.microsoft.com/office/drawing/2014/main" id="{1B59B3FB-12F6-C0B3-9B42-66BDCC7E2293}"/>
              </a:ext>
            </a:extLst>
          </p:cNvPr>
          <p:cNvSpPr/>
          <p:nvPr/>
        </p:nvSpPr>
        <p:spPr>
          <a:xfrm>
            <a:off x="3169411" y="1225666"/>
            <a:ext cx="2797682" cy="1261817"/>
          </a:xfrm>
          <a:prstGeom prst="roundRect">
            <a:avLst/>
          </a:prstGeom>
          <a:noFill/>
          <a:ln w="38100">
            <a:solidFill>
              <a:srgbClr val="002060"/>
            </a:solid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fr-FR" dirty="0">
              <a:noFill/>
            </a:endParaRPr>
          </a:p>
        </p:txBody>
      </p:sp>
      <p:cxnSp>
        <p:nvCxnSpPr>
          <p:cNvPr id="2" name="Connecteur droit 1">
            <a:extLst>
              <a:ext uri="{FF2B5EF4-FFF2-40B4-BE49-F238E27FC236}">
                <a16:creationId xmlns:a16="http://schemas.microsoft.com/office/drawing/2014/main" id="{8B666E30-D79A-AF2F-4AD8-EECF47957579}"/>
              </a:ext>
            </a:extLst>
          </p:cNvPr>
          <p:cNvCxnSpPr>
            <a:cxnSpLocks/>
          </p:cNvCxnSpPr>
          <p:nvPr/>
        </p:nvCxnSpPr>
        <p:spPr>
          <a:xfrm>
            <a:off x="194872" y="1059502"/>
            <a:ext cx="8746761" cy="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9" name="Rectangle : coins arrondis 8">
            <a:extLst>
              <a:ext uri="{FF2B5EF4-FFF2-40B4-BE49-F238E27FC236}">
                <a16:creationId xmlns:a16="http://schemas.microsoft.com/office/drawing/2014/main" id="{6DCAF516-E807-0CD6-9266-BBE0B8DF27D6}"/>
              </a:ext>
            </a:extLst>
          </p:cNvPr>
          <p:cNvSpPr/>
          <p:nvPr/>
        </p:nvSpPr>
        <p:spPr>
          <a:xfrm>
            <a:off x="6053790" y="1200829"/>
            <a:ext cx="2797682" cy="1281607"/>
          </a:xfrm>
          <a:prstGeom prst="roundRect">
            <a:avLst/>
          </a:prstGeom>
          <a:noFill/>
          <a:ln w="38100">
            <a:solidFill>
              <a:srgbClr val="002060"/>
            </a:solid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fr-FR" dirty="0">
              <a:noFill/>
            </a:endParaRPr>
          </a:p>
        </p:txBody>
      </p:sp>
      <p:graphicFrame>
        <p:nvGraphicFramePr>
          <p:cNvPr id="61" name="Tableau 60">
            <a:extLst>
              <a:ext uri="{FF2B5EF4-FFF2-40B4-BE49-F238E27FC236}">
                <a16:creationId xmlns:a16="http://schemas.microsoft.com/office/drawing/2014/main" id="{F7690753-5D71-D2BD-F235-14348A615943}"/>
              </a:ext>
            </a:extLst>
          </p:cNvPr>
          <p:cNvGraphicFramePr>
            <a:graphicFrameLocks noGrp="1"/>
          </p:cNvGraphicFramePr>
          <p:nvPr>
            <p:extLst>
              <p:ext uri="{D42A27DB-BD31-4B8C-83A1-F6EECF244321}">
                <p14:modId xmlns:p14="http://schemas.microsoft.com/office/powerpoint/2010/main" val="2652475350"/>
              </p:ext>
            </p:extLst>
          </p:nvPr>
        </p:nvGraphicFramePr>
        <p:xfrm>
          <a:off x="6349839" y="1263669"/>
          <a:ext cx="2361899" cy="1138238"/>
        </p:xfrm>
        <a:graphic>
          <a:graphicData uri="http://schemas.openxmlformats.org/drawingml/2006/table">
            <a:tbl>
              <a:tblPr firstRow="1" firstCol="1" bandRow="1">
                <a:tableStyleId>{5C22544A-7EE6-4342-B048-85BDC9FD1C3A}</a:tableStyleId>
              </a:tblPr>
              <a:tblGrid>
                <a:gridCol w="706521">
                  <a:extLst>
                    <a:ext uri="{9D8B030D-6E8A-4147-A177-3AD203B41FA5}">
                      <a16:colId xmlns:a16="http://schemas.microsoft.com/office/drawing/2014/main" val="193549744"/>
                    </a:ext>
                  </a:extLst>
                </a:gridCol>
                <a:gridCol w="1655378">
                  <a:extLst>
                    <a:ext uri="{9D8B030D-6E8A-4147-A177-3AD203B41FA5}">
                      <a16:colId xmlns:a16="http://schemas.microsoft.com/office/drawing/2014/main" val="2404924283"/>
                    </a:ext>
                  </a:extLst>
                </a:gridCol>
              </a:tblGrid>
              <a:tr h="852188">
                <a:tc>
                  <a:txBody>
                    <a:bodyPr/>
                    <a:lstStyle/>
                    <a:p>
                      <a:pPr>
                        <a:lnSpc>
                          <a:spcPts val="1275"/>
                        </a:lnSpc>
                      </a:pPr>
                      <a:endParaRPr lang="fr-FR" sz="8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71419" marR="0" marT="0" marB="85703" anchor="ctr">
                    <a:noFill/>
                  </a:tcPr>
                </a:tc>
                <a:tc>
                  <a:txBody>
                    <a:bodyPr/>
                    <a:lstStyle/>
                    <a:p>
                      <a:pPr>
                        <a:lnSpc>
                          <a:spcPts val="1275"/>
                        </a:lnSpc>
                      </a:pPr>
                      <a:r>
                        <a:rPr lang="fr-FR" sz="800" dirty="0">
                          <a:solidFill>
                            <a:srgbClr val="002060"/>
                          </a:solidFill>
                          <a:effectLst/>
                          <a:latin typeface="Times New Roman" panose="02020603050405020304" pitchFamily="18" charset="0"/>
                          <a:cs typeface="Times New Roman" panose="02020603050405020304" pitchFamily="18" charset="0"/>
                        </a:rPr>
                        <a:t>Gora THIAM</a:t>
                      </a:r>
                    </a:p>
                    <a:p>
                      <a:pPr>
                        <a:lnSpc>
                          <a:spcPts val="1275"/>
                        </a:lnSpc>
                      </a:pPr>
                      <a:r>
                        <a:rPr lang="fr-FR" sz="800" dirty="0">
                          <a:solidFill>
                            <a:srgbClr val="002060"/>
                          </a:solidFill>
                          <a:effectLst/>
                          <a:latin typeface="Times New Roman" panose="02020603050405020304" pitchFamily="18" charset="0"/>
                          <a:cs typeface="Times New Roman" panose="02020603050405020304" pitchFamily="18" charset="0"/>
                        </a:rPr>
                        <a:t>Responsable commercial &amp; Communication &amp; Marketing </a:t>
                      </a:r>
                    </a:p>
                    <a:p>
                      <a:pPr>
                        <a:lnSpc>
                          <a:spcPts val="1275"/>
                        </a:lnSpc>
                      </a:pPr>
                      <a:r>
                        <a:rPr lang="fr-FR" sz="800" dirty="0">
                          <a:solidFill>
                            <a:srgbClr val="002060"/>
                          </a:solidFill>
                          <a:effectLst/>
                          <a:latin typeface="Times New Roman" panose="02020603050405020304" pitchFamily="18" charset="0"/>
                          <a:cs typeface="Times New Roman" panose="02020603050405020304" pitchFamily="18" charset="0"/>
                        </a:rPr>
                        <a:t>Tel. +221 77 244 14 38</a:t>
                      </a:r>
                    </a:p>
                    <a:p>
                      <a:pPr marL="0" algn="l" defTabSz="914400" rtl="0" eaLnBrk="1" latinLnBrk="0" hangingPunct="1">
                        <a:lnSpc>
                          <a:spcPts val="1275"/>
                        </a:lnSpc>
                      </a:pPr>
                      <a:r>
                        <a:rPr lang="fr-FR" sz="800" b="1" kern="1200" dirty="0">
                          <a:solidFill>
                            <a:srgbClr val="002060"/>
                          </a:solidFill>
                          <a:effectLst/>
                          <a:latin typeface="Times New Roman" panose="02020603050405020304" pitchFamily="18" charset="0"/>
                          <a:ea typeface="+mn-ea"/>
                          <a:cs typeface="Times New Roman" panose="02020603050405020304" pitchFamily="18" charset="0"/>
                          <a:hlinkClick r:id="rId4">
                            <a:extLst>
                              <a:ext uri="{A12FA001-AC4F-418D-AE19-62706E023703}">
                                <ahyp:hlinkClr xmlns:ahyp="http://schemas.microsoft.com/office/drawing/2018/hyperlinkcolor" val="tx"/>
                              </a:ext>
                            </a:extLst>
                          </a:hlinkClick>
                        </a:rPr>
                        <a:t>gora.thiam@immeit.com</a:t>
                      </a:r>
                      <a:endParaRPr lang="fr-FR" sz="800" b="1" kern="1200" dirty="0">
                        <a:solidFill>
                          <a:srgbClr val="002060"/>
                        </a:solidFill>
                        <a:effectLst/>
                        <a:latin typeface="Times New Roman" panose="02020603050405020304" pitchFamily="18" charset="0"/>
                        <a:ea typeface="+mn-ea"/>
                        <a:cs typeface="Times New Roman" panose="02020603050405020304" pitchFamily="18" charset="0"/>
                      </a:endParaRPr>
                    </a:p>
                    <a:p>
                      <a:pPr>
                        <a:lnSpc>
                          <a:spcPts val="1275"/>
                        </a:lnSpc>
                      </a:pPr>
                      <a:r>
                        <a:rPr lang="fr-FR" sz="800" b="1" kern="1200" dirty="0">
                          <a:solidFill>
                            <a:srgbClr val="002060"/>
                          </a:solidFill>
                          <a:effectLst/>
                          <a:latin typeface="Times New Roman" panose="02020603050405020304" pitchFamily="18" charset="0"/>
                          <a:ea typeface="+mn-ea"/>
                          <a:cs typeface="Times New Roman" panose="02020603050405020304" pitchFamily="18" charset="0"/>
                        </a:rPr>
                        <a:t>Cité Safco Niacoulrab, villa N°40</a:t>
                      </a:r>
                    </a:p>
                    <a:p>
                      <a:pPr>
                        <a:lnSpc>
                          <a:spcPts val="1275"/>
                        </a:lnSpc>
                      </a:pPr>
                      <a:r>
                        <a:rPr lang="fr-FR" sz="800" b="1" kern="1200" dirty="0">
                          <a:solidFill>
                            <a:srgbClr val="002060"/>
                          </a:solidFill>
                          <a:effectLst/>
                          <a:latin typeface="Times New Roman" panose="02020603050405020304" pitchFamily="18" charset="0"/>
                          <a:ea typeface="+mn-ea"/>
                          <a:cs typeface="Times New Roman" panose="02020603050405020304" pitchFamily="18" charset="0"/>
                        </a:rPr>
                        <a:t>11515 Keur Massar, Dakar</a:t>
                      </a:r>
                    </a:p>
                  </a:txBody>
                  <a:tcPr marL="0" marR="71419" marT="0" marB="0">
                    <a:noFill/>
                  </a:tcPr>
                </a:tc>
                <a:extLst>
                  <a:ext uri="{0D108BD9-81ED-4DB2-BD59-A6C34878D82A}">
                    <a16:rowId xmlns:a16="http://schemas.microsoft.com/office/drawing/2014/main" val="506255430"/>
                  </a:ext>
                </a:extLst>
              </a:tr>
            </a:tbl>
          </a:graphicData>
        </a:graphic>
      </p:graphicFrame>
      <p:sp>
        <p:nvSpPr>
          <p:cNvPr id="62" name="ZoneTexte 61">
            <a:extLst>
              <a:ext uri="{FF2B5EF4-FFF2-40B4-BE49-F238E27FC236}">
                <a16:creationId xmlns:a16="http://schemas.microsoft.com/office/drawing/2014/main" id="{76A6D6C4-31DD-AAA8-A1DA-C89567D00369}"/>
              </a:ext>
            </a:extLst>
          </p:cNvPr>
          <p:cNvSpPr txBox="1"/>
          <p:nvPr/>
        </p:nvSpPr>
        <p:spPr>
          <a:xfrm>
            <a:off x="3214072" y="3034354"/>
            <a:ext cx="2797682" cy="1169551"/>
          </a:xfrm>
          <a:prstGeom prst="rect">
            <a:avLst/>
          </a:prstGeom>
          <a:noFill/>
        </p:spPr>
        <p:txBody>
          <a:bodyPr wrap="square" rtlCol="0">
            <a:spAutoFit/>
          </a:bodyPr>
          <a:lstStyle/>
          <a:p>
            <a:pPr algn="ctr" defTabSz="685800">
              <a:buClrTx/>
            </a:pPr>
            <a:r>
              <a:rPr lang="fr-FR" b="1" kern="1200" dirty="0">
                <a:solidFill>
                  <a:srgbClr val="002060"/>
                </a:solidFill>
                <a:latin typeface="Times New Roman" panose="02020603050405020304" pitchFamily="18" charset="0"/>
                <a:cs typeface="Times New Roman" panose="02020603050405020304" pitchFamily="18" charset="0"/>
              </a:rPr>
              <a:t>Siège social </a:t>
            </a:r>
          </a:p>
          <a:p>
            <a:pPr defTabSz="685800">
              <a:buClrTx/>
            </a:pPr>
            <a:endParaRPr lang="fr-FR" b="1" kern="1200" dirty="0">
              <a:solidFill>
                <a:srgbClr val="002060"/>
              </a:solidFill>
              <a:latin typeface="Times New Roman" panose="02020603050405020304" pitchFamily="18" charset="0"/>
              <a:cs typeface="Times New Roman" panose="02020603050405020304" pitchFamily="18" charset="0"/>
            </a:endParaRPr>
          </a:p>
          <a:p>
            <a:pPr defTabSz="685800">
              <a:buClrTx/>
            </a:pPr>
            <a:r>
              <a:rPr lang="fr-FR" kern="1200" dirty="0">
                <a:solidFill>
                  <a:srgbClr val="002060"/>
                </a:solidFill>
                <a:latin typeface="Times New Roman" panose="02020603050405020304" pitchFamily="18" charset="0"/>
                <a:cs typeface="Times New Roman" panose="02020603050405020304" pitchFamily="18" charset="0"/>
              </a:rPr>
              <a:t>Cité </a:t>
            </a:r>
            <a:r>
              <a:rPr lang="fr-FR" kern="1200" dirty="0" err="1">
                <a:solidFill>
                  <a:srgbClr val="002060"/>
                </a:solidFill>
                <a:latin typeface="Times New Roman" panose="02020603050405020304" pitchFamily="18" charset="0"/>
                <a:cs typeface="Times New Roman" panose="02020603050405020304" pitchFamily="18" charset="0"/>
              </a:rPr>
              <a:t>Safco</a:t>
            </a:r>
            <a:r>
              <a:rPr lang="fr-FR" kern="1200" dirty="0">
                <a:solidFill>
                  <a:srgbClr val="002060"/>
                </a:solidFill>
                <a:latin typeface="Times New Roman" panose="02020603050405020304" pitchFamily="18" charset="0"/>
                <a:cs typeface="Times New Roman" panose="02020603050405020304" pitchFamily="18" charset="0"/>
              </a:rPr>
              <a:t> </a:t>
            </a:r>
            <a:r>
              <a:rPr lang="fr-FR" kern="1200" dirty="0" err="1">
                <a:solidFill>
                  <a:srgbClr val="002060"/>
                </a:solidFill>
                <a:latin typeface="Times New Roman" panose="02020603050405020304" pitchFamily="18" charset="0"/>
                <a:cs typeface="Times New Roman" panose="02020603050405020304" pitchFamily="18" charset="0"/>
              </a:rPr>
              <a:t>Niacoulrab</a:t>
            </a:r>
            <a:r>
              <a:rPr lang="fr-FR" kern="1200" dirty="0">
                <a:solidFill>
                  <a:srgbClr val="002060"/>
                </a:solidFill>
                <a:latin typeface="Times New Roman" panose="02020603050405020304" pitchFamily="18" charset="0"/>
                <a:cs typeface="Times New Roman" panose="02020603050405020304" pitchFamily="18" charset="0"/>
              </a:rPr>
              <a:t>, villa N°40</a:t>
            </a:r>
          </a:p>
          <a:p>
            <a:pPr defTabSz="685800">
              <a:buClrTx/>
            </a:pPr>
            <a:endParaRPr lang="fr-FR" kern="1200" dirty="0">
              <a:solidFill>
                <a:srgbClr val="002060"/>
              </a:solidFill>
              <a:latin typeface="Times New Roman" panose="02020603050405020304" pitchFamily="18" charset="0"/>
              <a:cs typeface="Times New Roman" panose="02020603050405020304" pitchFamily="18" charset="0"/>
            </a:endParaRPr>
          </a:p>
          <a:p>
            <a:pPr defTabSz="685800">
              <a:buClrTx/>
            </a:pPr>
            <a:r>
              <a:rPr lang="fr-FR" kern="1200" dirty="0">
                <a:solidFill>
                  <a:srgbClr val="002060"/>
                </a:solidFill>
                <a:latin typeface="Times New Roman" panose="02020603050405020304" pitchFamily="18" charset="0"/>
                <a:cs typeface="Times New Roman" panose="02020603050405020304" pitchFamily="18" charset="0"/>
              </a:rPr>
              <a:t>11515 Keur Massar, Dakar Sénégal</a:t>
            </a:r>
          </a:p>
        </p:txBody>
      </p:sp>
      <p:pic>
        <p:nvPicPr>
          <p:cNvPr id="257" name="Image 256" descr="Une image contenant capture d’écran, cercle, texte, logo&#10;&#10;Le contenu généré par l’IA peut être incorrect.">
            <a:extLst>
              <a:ext uri="{FF2B5EF4-FFF2-40B4-BE49-F238E27FC236}">
                <a16:creationId xmlns:a16="http://schemas.microsoft.com/office/drawing/2014/main" id="{CACC4D8A-23CA-4B94-CB09-71A6FFEBA2E0}"/>
              </a:ext>
            </a:extLst>
          </p:cNvPr>
          <p:cNvPicPr>
            <a:picLocks noChangeAspect="1"/>
          </p:cNvPicPr>
          <p:nvPr/>
        </p:nvPicPr>
        <p:blipFill>
          <a:blip r:embed="rId5"/>
          <a:srcRect l="5277"/>
          <a:stretch>
            <a:fillRect/>
          </a:stretch>
        </p:blipFill>
        <p:spPr>
          <a:xfrm>
            <a:off x="3238891" y="1327405"/>
            <a:ext cx="950724" cy="1041491"/>
          </a:xfrm>
          <a:prstGeom prst="rect">
            <a:avLst/>
          </a:prstGeom>
          <a:effectLst/>
        </p:spPr>
      </p:pic>
      <p:pic>
        <p:nvPicPr>
          <p:cNvPr id="258" name="Image 257" descr="Une image contenant capture d’écran, cercle, texte, logo&#10;&#10;Le contenu généré par l’IA peut être incorrect.">
            <a:extLst>
              <a:ext uri="{FF2B5EF4-FFF2-40B4-BE49-F238E27FC236}">
                <a16:creationId xmlns:a16="http://schemas.microsoft.com/office/drawing/2014/main" id="{118B63F6-9B97-EB8B-3E03-E0EDF91C98F0}"/>
              </a:ext>
            </a:extLst>
          </p:cNvPr>
          <p:cNvPicPr>
            <a:picLocks noChangeAspect="1"/>
          </p:cNvPicPr>
          <p:nvPr/>
        </p:nvPicPr>
        <p:blipFill>
          <a:blip r:embed="rId5"/>
          <a:srcRect l="5277"/>
          <a:stretch>
            <a:fillRect/>
          </a:stretch>
        </p:blipFill>
        <p:spPr>
          <a:xfrm>
            <a:off x="352201" y="1320288"/>
            <a:ext cx="950724" cy="1041491"/>
          </a:xfrm>
          <a:prstGeom prst="rect">
            <a:avLst/>
          </a:prstGeom>
          <a:effectLst/>
        </p:spPr>
      </p:pic>
      <p:pic>
        <p:nvPicPr>
          <p:cNvPr id="260" name="Image 259" descr="Une image contenant capture d’écran, cercle, texte, logo&#10;&#10;Le contenu généré par l’IA peut être incorrect.">
            <a:extLst>
              <a:ext uri="{FF2B5EF4-FFF2-40B4-BE49-F238E27FC236}">
                <a16:creationId xmlns:a16="http://schemas.microsoft.com/office/drawing/2014/main" id="{62D0C64D-55E4-472F-6425-18EBF528ABF5}"/>
              </a:ext>
            </a:extLst>
          </p:cNvPr>
          <p:cNvPicPr>
            <a:picLocks noChangeAspect="1"/>
          </p:cNvPicPr>
          <p:nvPr/>
        </p:nvPicPr>
        <p:blipFill>
          <a:blip r:embed="rId5"/>
          <a:srcRect l="5277"/>
          <a:stretch>
            <a:fillRect/>
          </a:stretch>
        </p:blipFill>
        <p:spPr>
          <a:xfrm>
            <a:off x="6100472" y="1327405"/>
            <a:ext cx="950724" cy="1041491"/>
          </a:xfrm>
          <a:prstGeom prst="rect">
            <a:avLst/>
          </a:prstGeom>
          <a:effectLst/>
        </p:spPr>
      </p:pic>
      <p:pic>
        <p:nvPicPr>
          <p:cNvPr id="261" name="Image 260" descr="Une image contenant capture d’écran, cercle, texte, logo&#10;&#10;Le contenu généré par l’IA peut être incorrect.">
            <a:extLst>
              <a:ext uri="{FF2B5EF4-FFF2-40B4-BE49-F238E27FC236}">
                <a16:creationId xmlns:a16="http://schemas.microsoft.com/office/drawing/2014/main" id="{EB6F5560-2AFF-7D96-77AD-299DF0F3A1F9}"/>
              </a:ext>
            </a:extLst>
          </p:cNvPr>
          <p:cNvPicPr>
            <a:picLocks noChangeAspect="1"/>
          </p:cNvPicPr>
          <p:nvPr/>
        </p:nvPicPr>
        <p:blipFill>
          <a:blip r:embed="rId5"/>
          <a:srcRect l="5277"/>
          <a:stretch>
            <a:fillRect/>
          </a:stretch>
        </p:blipFill>
        <p:spPr>
          <a:xfrm>
            <a:off x="330972" y="250117"/>
            <a:ext cx="708119" cy="775724"/>
          </a:xfrm>
          <a:prstGeom prst="rect">
            <a:avLst/>
          </a:prstGeom>
          <a:effectLst/>
        </p:spPr>
      </p:pic>
    </p:spTree>
    <p:extLst>
      <p:ext uri="{BB962C8B-B14F-4D97-AF65-F5344CB8AC3E}">
        <p14:creationId xmlns:p14="http://schemas.microsoft.com/office/powerpoint/2010/main" val="1953739917"/>
      </p:ext>
    </p:extLst>
  </p:cSld>
  <p:clrMapOvr>
    <a:masterClrMapping/>
  </p:clrMapOvr>
</p:sld>
</file>

<file path=ppt/theme/theme1.xml><?xml version="1.0" encoding="utf-8"?>
<a:theme xmlns:a="http://schemas.openxmlformats.org/drawingml/2006/main" name="Industrial Machinery Maintenance Project Proposal by Slidesgo">
  <a:themeElements>
    <a:clrScheme name="Simple Light">
      <a:dk1>
        <a:srgbClr val="022866"/>
      </a:dk1>
      <a:lt1>
        <a:srgbClr val="EEEEEE"/>
      </a:lt1>
      <a:dk2>
        <a:srgbClr val="32BBCF"/>
      </a:dk2>
      <a:lt2>
        <a:srgbClr val="BFDBDF"/>
      </a:lt2>
      <a:accent1>
        <a:srgbClr val="2C8592"/>
      </a:accent1>
      <a:accent2>
        <a:srgbClr val="226C77"/>
      </a:accent2>
      <a:accent3>
        <a:srgbClr val="144A52"/>
      </a:accent3>
      <a:accent4>
        <a:srgbClr val="FFFFFF"/>
      </a:accent4>
      <a:accent5>
        <a:srgbClr val="FFFFFF"/>
      </a:accent5>
      <a:accent6>
        <a:srgbClr val="FFFFFF"/>
      </a:accent6>
      <a:hlink>
        <a:srgbClr val="02286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fd1c0902-ed92-4fed-896d-2e7725de02d4}" enabled="1" method="Standard" siteId="{d6b0bbee-7cd9-4d60-bce6-4a67b543e2ae}" contentBits="2" removed="0"/>
</clbl:labelList>
</file>

<file path=docProps/app.xml><?xml version="1.0" encoding="utf-8"?>
<Properties xmlns="http://schemas.openxmlformats.org/officeDocument/2006/extended-properties" xmlns:vt="http://schemas.openxmlformats.org/officeDocument/2006/docPropsVTypes">
  <TotalTime>25812</TotalTime>
  <Words>2104</Words>
  <Application>Microsoft Office PowerPoint</Application>
  <PresentationFormat>Affichage à l'écran (16:9)</PresentationFormat>
  <Paragraphs>416</Paragraphs>
  <Slides>24</Slides>
  <Notes>24</Notes>
  <HiddenSlides>4</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24</vt:i4>
      </vt:variant>
    </vt:vector>
  </HeadingPairs>
  <TitlesOfParts>
    <vt:vector size="34" baseType="lpstr">
      <vt:lpstr>Wingdings</vt:lpstr>
      <vt:lpstr>Arial</vt:lpstr>
      <vt:lpstr>Albert Sans</vt:lpstr>
      <vt:lpstr>Algerian</vt:lpstr>
      <vt:lpstr>Times New Roman</vt:lpstr>
      <vt:lpstr>Proxima Nova</vt:lpstr>
      <vt:lpstr>Open Sans Extrabold</vt:lpstr>
      <vt:lpstr>Calibri</vt:lpstr>
      <vt:lpstr>Open Sans</vt:lpstr>
      <vt:lpstr>Industrial Machinery Maintenance Project Proposal by Slidesgo</vt:lpstr>
      <vt:lpstr>Installation, Méthodes et Maintenance des Equipements  Industriels et  Tertiaires</vt:lpstr>
      <vt:lpstr>SOMMAIRE</vt:lpstr>
      <vt:lpstr>PRÉSENTATION IMMEIT</vt:lpstr>
      <vt:lpstr>DOMAINE D’ACTIVITES</vt:lpstr>
      <vt:lpstr>POSITION D’IMMEIT</vt:lpstr>
      <vt:lpstr>POSITION D’IMMEIT</vt:lpstr>
      <vt:lpstr>Présentation PowerPoint</vt:lpstr>
      <vt:lpstr>NOS ATOUTS</vt:lpstr>
      <vt:lpstr>OBJECTIFS ET METHODOLOGIE </vt:lpstr>
      <vt:lpstr>Nos 09 piliers D’ACCOMPAGNEMENT </vt:lpstr>
      <vt:lpstr>LES AVANTAGES DE TRAVAILLER AVEC IMMEIT</vt:lpstr>
      <vt:lpstr>Organigramme </vt:lpstr>
      <vt:lpstr>IMMEIT</vt:lpstr>
      <vt:lpstr>NOS PRESTATIONS EN COURS AVEC NOS CLIENTS</vt:lpstr>
      <vt:lpstr>NOS Prestations en METHODES MAINTENANCE INDUSTRIELLE ET TERTIAIRE</vt:lpstr>
      <vt:lpstr>NOS Prestations en METHODES MAINTENANCE INDUSTRIELLE ET TERTIAIRE</vt:lpstr>
      <vt:lpstr>LOGICIELS</vt:lpstr>
      <vt:lpstr>MAINTENANCE INDUSTRIELLE ET TERTIAIRE</vt:lpstr>
      <vt:lpstr>NOS COMPÉTENCES</vt:lpstr>
      <vt:lpstr>NOS clients</vt:lpstr>
      <vt:lpstr>ENTREPRISE INDUSTRIELLE SENEGAL - LINKEDIN  </vt:lpstr>
      <vt:lpstr>ENTREPRISE CIBLE – Proposée par LINKEDIN  </vt:lpstr>
      <vt:lpstr>ENTREPRISE CIBLE - CHATGPT  </vt:lpstr>
      <vt:lpstr>CONTACTS COMMERCIAUX</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Industrial Machinery Maintenance Project Proposal</dc:title>
  <dc:creator>Amadou-Oury Diallo</dc:creator>
  <cp:lastModifiedBy>Yelli NIANG</cp:lastModifiedBy>
  <cp:revision>7</cp:revision>
  <dcterms:modified xsi:type="dcterms:W3CDTF">2026-05-19T21:56:43Z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Industrial Machinery Maintenance Project Proposal by Slidesgo:3</vt:lpwstr>
  </property>
  <property fmtid="{D5CDD505-2E9C-101B-9397-08002B2CF9AE}" pid="3" name="ClassificationContentMarkingFooterText">
    <vt:lpwstr>Confidential C</vt:lpwstr>
  </property>
</Properties>
</file>